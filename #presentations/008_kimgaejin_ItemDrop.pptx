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7" r:id="rId4"/>
    <p:sldId id="266" r:id="rId5"/>
    <p:sldId id="268" r:id="rId6"/>
    <p:sldId id="26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135C8-8E1D-48E4-921F-6D4DCB6C2787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08A1-6906-4D38-A7C7-B44CBC6C5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77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18504-2EF6-21E4-DB6C-CFC8E93E2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7069C4-9398-509F-E50E-BC7957CB3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B6996-D322-043A-84EE-BAF1993A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ABB09-FFE6-A1A8-6DE2-21E2BAAE2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9D05A5-57B2-99EB-A90D-2D3AC885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95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3865D-25D0-154C-5435-266C2A3C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217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8B349D-39E7-3001-89D7-AD685C971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118"/>
            <a:ext cx="10515600" cy="49518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2102B-FF68-BF19-F5D9-B84989CE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C1E3CC-AD1C-2D55-CDE7-05FCC7898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E509DD-0393-5AB5-2B69-FF9EA275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799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8D4C3-65E4-A8D9-DFEB-B1DDC448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EF2FC3-EBAB-E3C9-0DD0-87FE7E528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E03029-E3B8-C42E-8DD7-52AED4988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CE8D2D-E1C8-FB44-E150-7430B59A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5C609-6CBE-1EB6-7E9E-311485A3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608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A423-B278-F307-751C-23F75C6A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DD0AF-9D78-48E0-4CEF-A5B4FE4BE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63FDB0-7095-2AED-6DC3-692FEA804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A6CFB6-D2FA-42E1-C623-6091EB9D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7EDC9E-DCE3-D08C-0521-5E7B0629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EBCE19-65FD-0761-0E4E-A24279B8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31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32BA2-3740-B576-4B59-6CCF921F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ED3D5A-A7DF-D2B7-9C52-78E72B74C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B622AC-7408-C218-10CF-1B826663C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306C7F-1ECB-1E7E-6DBF-6C96E9824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8922D7-BF32-AB53-D996-D0774AB5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828884-E33F-40E0-2D78-C3D2C5CB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86AB6F-1BD6-A81A-2B6F-6ED20CDA3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0A87114-BAAB-A633-A880-34B2B3E0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7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724CC-1154-8BED-2EBD-7BD7620B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85D8D4-C0AE-0543-7345-1A13792C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23FEA9-6A07-4836-AAB8-98D5AFBD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FB1DBF-B87E-6568-5F7C-D53DFD89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91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9B88D2-4AA4-9A11-1AEA-B67E96E9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CC1E1F-1C7A-BBD2-E3ED-E8325A63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5F9039-EC6C-A307-70AB-504F29BC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58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3B7AC-7E66-B394-BE5D-B6B997CC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9CE4F-6421-AEF5-C392-F5937745F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2343CF-0281-2F6E-788D-06F489CD5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D34218-C390-C952-336A-1482CFEE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8339AE-B179-3D12-D39B-8A05CF7F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4121C7-0492-CCDD-B591-C19BD2F1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14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13573-F21B-CBB3-E02F-DA51C932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BDB077-6F9B-090E-C07A-10284BF92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B5275D-DDBD-2C45-238E-C1B234CBF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F8C45-2382-B175-0D76-F18B6BD01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99B2FE-C14E-C537-3011-B7369052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5C5D5D-09A9-86EF-3183-F70FE360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27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0710B-196B-447A-22E2-27C5FB10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08C253-9722-F855-DAA2-6833B0DF5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B0D520-1B5D-9FFD-537E-87B04E44B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32C774-BBBA-62FD-21BA-58BF93F3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09164C-9250-2D81-5768-E95ACDD1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68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FA8E94-E26A-03EB-CF9B-6C85A9AA0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1B0C24-488D-7820-C11B-1CBA1041E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BFBB2-5C2B-740C-561D-C7F856DC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47BD8D-89D5-8F38-227E-2971E31FE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75E95-F62E-2AD6-7E40-9D5E4E1A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26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20FCD6-D71D-7126-491F-BC6A11E1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D2602C-F11A-91DF-FB5A-ED6E9BC55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A82347-69AC-B756-D402-6A7D2C55B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3772F-0FD5-40C6-878E-04F734D731C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E8D05-518B-CCC3-9D7B-08680403D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FC3650-49E8-9540-A859-355932CF2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024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6DE45-2CB3-BE87-C337-7E86383D34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아이템박스 생성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374655-014B-75D9-EDA5-66508C379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에디터에서 잘 보여주는 것을 목적으로 만들기</a:t>
            </a:r>
          </a:p>
        </p:txBody>
      </p:sp>
    </p:spTree>
    <p:extLst>
      <p:ext uri="{BB962C8B-B14F-4D97-AF65-F5344CB8AC3E}">
        <p14:creationId xmlns:p14="http://schemas.microsoft.com/office/powerpoint/2010/main" val="105502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1D538-6079-A2DC-B74A-73C10189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익스트랙션 슈팅의 파밍 포인트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0AD315-EE19-A867-F230-70585B76E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99" r="17570"/>
          <a:stretch>
            <a:fillRect/>
          </a:stretch>
        </p:blipFill>
        <p:spPr>
          <a:xfrm>
            <a:off x="838200" y="1136342"/>
            <a:ext cx="5937254" cy="5139950"/>
          </a:xfrm>
          <a:prstGeom prst="rect">
            <a:avLst/>
          </a:prstGeom>
        </p:spPr>
      </p:pic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D8E9E73D-4F2E-FEFA-8080-AE8863C2CFFA}"/>
              </a:ext>
            </a:extLst>
          </p:cNvPr>
          <p:cNvSpPr/>
          <p:nvPr/>
        </p:nvSpPr>
        <p:spPr>
          <a:xfrm rot="20700000">
            <a:off x="3130636" y="1418609"/>
            <a:ext cx="723900" cy="977900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68368DBB-7134-42E1-F241-B0C66C7C886C}"/>
              </a:ext>
            </a:extLst>
          </p:cNvPr>
          <p:cNvSpPr/>
          <p:nvPr/>
        </p:nvSpPr>
        <p:spPr>
          <a:xfrm rot="900000">
            <a:off x="5937336" y="2256809"/>
            <a:ext cx="723900" cy="977900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D6A71FB4-6861-E37F-EC78-2019716960CF}"/>
              </a:ext>
            </a:extLst>
          </p:cNvPr>
          <p:cNvSpPr/>
          <p:nvPr/>
        </p:nvSpPr>
        <p:spPr>
          <a:xfrm rot="7200000">
            <a:off x="4211221" y="4453455"/>
            <a:ext cx="723900" cy="977900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9FD080CD-BC87-0DD5-532A-B8DAB5F92229}"/>
              </a:ext>
            </a:extLst>
          </p:cNvPr>
          <p:cNvSpPr/>
          <p:nvPr/>
        </p:nvSpPr>
        <p:spPr>
          <a:xfrm rot="15300000">
            <a:off x="1453152" y="4656655"/>
            <a:ext cx="723900" cy="977900"/>
          </a:xfrm>
          <a:prstGeom prst="down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 descr="수정)재미로 쓰는 전쟁 계획 경험해본거 후기공유 | 디아4 인벤">
            <a:extLst>
              <a:ext uri="{FF2B5EF4-FFF2-40B4-BE49-F238E27FC236}">
                <a16:creationId xmlns:a16="http://schemas.microsoft.com/office/drawing/2014/main" id="{24374775-38C5-A81A-57DE-DC349D0664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58" r="29425" b="51028"/>
          <a:stretch>
            <a:fillRect/>
          </a:stretch>
        </p:blipFill>
        <p:spPr>
          <a:xfrm>
            <a:off x="6481455" y="7003793"/>
            <a:ext cx="4578530" cy="3350506"/>
          </a:xfrm>
          <a:prstGeom prst="rect">
            <a:avLst/>
          </a:prstGeom>
        </p:spPr>
      </p:pic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2ADC4A3F-D144-91E7-A4A1-FE9DC228F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4382" y="1225118"/>
            <a:ext cx="4691269" cy="4951845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유저가 직접 검색할 수 있는 가방들</a:t>
            </a:r>
            <a:endParaRPr lang="en-US" altLang="ko-KR"/>
          </a:p>
          <a:p>
            <a:pPr>
              <a:buFontTx/>
              <a:buChar char="-"/>
            </a:pPr>
            <a:r>
              <a:rPr lang="ko-KR" altLang="en-US"/>
              <a:t>금고</a:t>
            </a:r>
            <a:r>
              <a:rPr lang="en-US" altLang="ko-KR"/>
              <a:t>, </a:t>
            </a:r>
            <a:r>
              <a:rPr lang="ko-KR" altLang="en-US"/>
              <a:t>전술 상자 등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/>
              <a:t>맵의 특정 포인트에 랜덤으로 스폰</a:t>
            </a:r>
            <a:endParaRPr lang="en-US" altLang="ko-KR"/>
          </a:p>
          <a:p>
            <a:pPr>
              <a:buFontTx/>
              <a:buChar char="-"/>
            </a:pPr>
            <a:r>
              <a:rPr lang="ko-KR" altLang="en-US"/>
              <a:t>길막이 가능하기에 장소 고정이 필요</a:t>
            </a:r>
            <a:endParaRPr lang="en-US" altLang="ko-KR"/>
          </a:p>
          <a:p>
            <a:pPr>
              <a:buFontTx/>
              <a:buChar char="-"/>
            </a:pPr>
            <a:r>
              <a:rPr lang="ko-KR" altLang="en-US"/>
              <a:t>상자의 내용물도 랜덤</a:t>
            </a:r>
            <a:endParaRPr lang="en-US" altLang="ko-KR"/>
          </a:p>
          <a:p>
            <a:pPr>
              <a:buFontTx/>
              <a:buChar char="-"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773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83CB1-6FC3-7D29-5222-5DF8651F5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0701A-91AD-E89B-70EB-9146C6C5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구현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2C7748-D11C-1F1B-BEF3-C13F78ABB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379"/>
            <a:ext cx="10515600" cy="4951845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미리 해당하는 오브젝트를 배치해두고</a:t>
            </a:r>
            <a:r>
              <a:rPr lang="en-US" altLang="ko-KR"/>
              <a:t>, </a:t>
            </a:r>
            <a:r>
              <a:rPr lang="ko-KR" altLang="en-US"/>
              <a:t>런타임에서 </a:t>
            </a:r>
            <a:r>
              <a:rPr lang="en-US" altLang="ko-KR"/>
              <a:t>disable </a:t>
            </a:r>
            <a:r>
              <a:rPr lang="ko-KR" altLang="en-US"/>
              <a:t>한다</a:t>
            </a:r>
            <a:endParaRPr lang="en-US" altLang="ko-KR"/>
          </a:p>
          <a:p>
            <a:pPr>
              <a:buFontTx/>
              <a:buChar char="-"/>
            </a:pPr>
            <a:r>
              <a:rPr lang="en-US" altLang="ko-KR"/>
              <a:t>(</a:t>
            </a:r>
            <a:r>
              <a:rPr lang="ko-KR" altLang="en-US"/>
              <a:t>장점</a:t>
            </a:r>
            <a:r>
              <a:rPr lang="en-US" altLang="ko-KR"/>
              <a:t>) </a:t>
            </a:r>
            <a:r>
              <a:rPr lang="ko-KR" altLang="en-US"/>
              <a:t>에디터에서 직접 배치해야 실제 위치</a:t>
            </a:r>
            <a:r>
              <a:rPr lang="en-US" altLang="ko-KR"/>
              <a:t>, </a:t>
            </a:r>
            <a:r>
              <a:rPr lang="ko-KR" altLang="en-US"/>
              <a:t>방향을 인게임과 동일하게 설정 가능</a:t>
            </a:r>
            <a:endParaRPr lang="en-US" altLang="ko-KR"/>
          </a:p>
          <a:p>
            <a:pPr>
              <a:buFontTx/>
              <a:buChar char="-"/>
            </a:pPr>
            <a:r>
              <a:rPr lang="en-US" altLang="ko-KR"/>
              <a:t>(</a:t>
            </a:r>
            <a:r>
              <a:rPr lang="ko-KR" altLang="en-US"/>
              <a:t>장점</a:t>
            </a:r>
            <a:r>
              <a:rPr lang="en-US" altLang="ko-KR"/>
              <a:t>) </a:t>
            </a:r>
            <a:r>
              <a:rPr lang="ko-KR" altLang="en-US"/>
              <a:t>별도의 데이터포맷을 파싱할 필요가 없음 </a:t>
            </a:r>
            <a:r>
              <a:rPr lang="en-US" altLang="ko-KR"/>
              <a:t>(World </a:t>
            </a:r>
            <a:r>
              <a:rPr lang="ko-KR" altLang="en-US"/>
              <a:t>정보로 끝</a:t>
            </a:r>
            <a:r>
              <a:rPr lang="en-US" altLang="ko-KR"/>
              <a:t>)</a:t>
            </a:r>
          </a:p>
          <a:p>
            <a:pPr>
              <a:buFontTx/>
              <a:buChar char="-"/>
            </a:pPr>
            <a:r>
              <a:rPr lang="en-US" altLang="ko-KR"/>
              <a:t>(</a:t>
            </a:r>
            <a:r>
              <a:rPr lang="ko-KR" altLang="en-US"/>
              <a:t>단점</a:t>
            </a:r>
            <a:r>
              <a:rPr lang="en-US" altLang="ko-KR"/>
              <a:t>) </a:t>
            </a:r>
            <a:r>
              <a:rPr lang="ko-KR" altLang="en-US"/>
              <a:t>이번게임에서 필요없는 메시</a:t>
            </a:r>
            <a:r>
              <a:rPr lang="en-US" altLang="ko-KR"/>
              <a:t>/</a:t>
            </a:r>
            <a:r>
              <a:rPr lang="ko-KR" altLang="en-US"/>
              <a:t>오브젝트 정보를 메모리에 올려둠</a:t>
            </a:r>
            <a:endParaRPr lang="en-US" altLang="ko-KR"/>
          </a:p>
          <a:p>
            <a:pPr>
              <a:buFontTx/>
              <a:buChar char="-"/>
            </a:pPr>
            <a:r>
              <a:rPr lang="en-US" altLang="ko-KR"/>
              <a:t>(</a:t>
            </a:r>
            <a:r>
              <a:rPr lang="ko-KR" altLang="en-US"/>
              <a:t>단점</a:t>
            </a:r>
            <a:r>
              <a:rPr lang="en-US" altLang="ko-KR"/>
              <a:t>) </a:t>
            </a:r>
            <a:r>
              <a:rPr lang="ko-KR" altLang="en-US"/>
              <a:t>확률로 진행되므로</a:t>
            </a:r>
            <a:r>
              <a:rPr lang="en-US" altLang="ko-KR"/>
              <a:t>, </a:t>
            </a:r>
            <a:r>
              <a:rPr lang="ko-KR" altLang="en-US"/>
              <a:t>아무 아이템도 안 뜰 가능성이 있다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>
              <a:buFontTx/>
              <a:buChar char="-"/>
            </a:pPr>
            <a:r>
              <a:rPr lang="en-US" altLang="ko-KR"/>
              <a:t>(</a:t>
            </a:r>
            <a:r>
              <a:rPr lang="ko-KR" altLang="en-US"/>
              <a:t>단점</a:t>
            </a:r>
            <a:r>
              <a:rPr lang="en-US" altLang="ko-KR"/>
              <a:t>) </a:t>
            </a:r>
            <a:r>
              <a:rPr lang="ko-KR" altLang="en-US" b="1"/>
              <a:t>아이템이 배치된 화면을 봤을 때 어느 정도의 아이템이 생성될지 알기 힘듦</a:t>
            </a:r>
            <a:endParaRPr lang="en-US" altLang="ko-KR" b="1"/>
          </a:p>
          <a:p>
            <a:pPr marL="0" indent="0">
              <a:buNone/>
            </a:pPr>
            <a:r>
              <a:rPr lang="en-US" altLang="ko-KR"/>
              <a:t>1. </a:t>
            </a:r>
            <a:r>
              <a:rPr lang="ko-KR" altLang="en-US"/>
              <a:t>아이템 작업할 때는 에디터에서는 딱 배치하고</a:t>
            </a:r>
            <a:r>
              <a:rPr lang="en-US" altLang="ko-KR"/>
              <a:t>, </a:t>
            </a:r>
            <a:r>
              <a:rPr lang="ko-KR" altLang="en-US"/>
              <a:t>내용물 기입하는 것이 편한데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2. </a:t>
            </a:r>
            <a:r>
              <a:rPr lang="ko-KR" altLang="en-US"/>
              <a:t>밸런싱할 때에는 아이템이 어떻게 나올지 볼 수 있게 확인하는 것이 중요</a:t>
            </a:r>
          </a:p>
        </p:txBody>
      </p:sp>
    </p:spTree>
    <p:extLst>
      <p:ext uri="{BB962C8B-B14F-4D97-AF65-F5344CB8AC3E}">
        <p14:creationId xmlns:p14="http://schemas.microsoft.com/office/powerpoint/2010/main" val="2994226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BB641-1119-381C-EB05-D60573989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아이템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587A00-ADE4-D5BB-3ACB-7DF161E4B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379"/>
            <a:ext cx="10515600" cy="4951845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배치해두고</a:t>
            </a:r>
            <a:r>
              <a:rPr lang="en-US" altLang="ko-KR"/>
              <a:t>, </a:t>
            </a:r>
            <a:r>
              <a:rPr lang="ko-KR" altLang="en-US"/>
              <a:t>디테일 창에서 확률 적어놓으면 생성자에서 </a:t>
            </a:r>
            <a:r>
              <a:rPr lang="en-US" altLang="ko-KR"/>
              <a:t>enable/disable </a:t>
            </a:r>
            <a:r>
              <a:rPr lang="ko-KR" altLang="en-US"/>
              <a:t>설정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관리자 클래스가 아니라 </a:t>
            </a:r>
            <a:r>
              <a:rPr lang="en-US" altLang="ko-KR"/>
              <a:t>Actor </a:t>
            </a:r>
            <a:r>
              <a:rPr lang="ko-KR" altLang="en-US"/>
              <a:t>자체에서 처리</a:t>
            </a: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01E02D-6C5A-EA53-E587-3F3C997C5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65827"/>
            <a:ext cx="5792008" cy="30007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A3F9D8A-EEF2-70B7-1CDC-8807F7D98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74" y="2565827"/>
            <a:ext cx="5412304" cy="349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657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293A4F-D37F-0ADD-2235-B9408A9B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에디터에서만 동작하는 관리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05E898-74C2-B935-44DC-0F0474B70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2870"/>
            <a:ext cx="3336235" cy="3924093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버튼을 누르면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아이템 확률에 따라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disable</a:t>
            </a:r>
            <a:r>
              <a:rPr lang="ko-KR" altLang="en-US"/>
              <a:t>하고 메시를 숨김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그리고 </a:t>
            </a:r>
            <a:r>
              <a:rPr lang="en-US" altLang="ko-KR"/>
              <a:t>Editor</a:t>
            </a:r>
            <a:r>
              <a:rPr lang="ko-KR" altLang="en-US"/>
              <a:t>에서만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해당 메시를 복사함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00AF70-50B8-C400-B94D-C3F42D710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36342"/>
            <a:ext cx="3496163" cy="84784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9A70B5C-8EAF-D81E-76A0-A1ABC771C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881" y="1136342"/>
            <a:ext cx="6380607" cy="542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65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4C1998-04FE-13FB-9AA2-F74060129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추후 계획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7A8AAB-DE1F-C293-6921-8D2DC5977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04" y="1346034"/>
            <a:ext cx="6477904" cy="4286848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4BD616E2-B21F-14F7-947E-14CAB6CACEE5}"/>
              </a:ext>
            </a:extLst>
          </p:cNvPr>
          <p:cNvSpPr/>
          <p:nvPr/>
        </p:nvSpPr>
        <p:spPr>
          <a:xfrm>
            <a:off x="4326835" y="2487125"/>
            <a:ext cx="2557670" cy="702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E325A0A-17CA-8A39-5276-510486EE6EE9}"/>
              </a:ext>
            </a:extLst>
          </p:cNvPr>
          <p:cNvSpPr/>
          <p:nvPr/>
        </p:nvSpPr>
        <p:spPr>
          <a:xfrm>
            <a:off x="3048000" y="3628216"/>
            <a:ext cx="2557670" cy="7023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E3717925-A781-8F8B-645E-18BA3406E563}"/>
              </a:ext>
            </a:extLst>
          </p:cNvPr>
          <p:cNvSpPr txBox="1">
            <a:spLocks/>
          </p:cNvSpPr>
          <p:nvPr/>
        </p:nvSpPr>
        <p:spPr>
          <a:xfrm>
            <a:off x="838200" y="2706487"/>
            <a:ext cx="3336235" cy="702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/>
              <a:t>오브젝트 자체</a:t>
            </a:r>
            <a:endParaRPr lang="en-US" altLang="ko-KR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455BEAEA-E014-B227-2661-23EB9663C51B}"/>
              </a:ext>
            </a:extLst>
          </p:cNvPr>
          <p:cNvSpPr txBox="1">
            <a:spLocks/>
          </p:cNvSpPr>
          <p:nvPr/>
        </p:nvSpPr>
        <p:spPr>
          <a:xfrm>
            <a:off x="838200" y="3845788"/>
            <a:ext cx="7219122" cy="2928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/>
              <a:t>disable </a:t>
            </a:r>
            <a:r>
              <a:rPr lang="ko-KR" altLang="en-US"/>
              <a:t>되었지만</a:t>
            </a:r>
            <a:endParaRPr lang="en-US" altLang="ko-KR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/>
              <a:t>관리 클래스가</a:t>
            </a:r>
            <a:endParaRPr lang="en-US" altLang="ko-KR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/>
              <a:t>Mesh</a:t>
            </a:r>
            <a:r>
              <a:rPr lang="ko-KR" altLang="en-US"/>
              <a:t>를 복사해서 생성한 상태</a:t>
            </a:r>
            <a:endParaRPr lang="en-US" altLang="ko-KR"/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/>
              <a:t> 이 오브젝트는 이제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셰이더로 흐리게 만들고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만약 </a:t>
            </a:r>
            <a:r>
              <a:rPr lang="en-US" altLang="ko-KR"/>
              <a:t>0%</a:t>
            </a:r>
            <a:r>
              <a:rPr lang="ko-KR" altLang="en-US"/>
              <a:t>확률이라면 마젠타 색상으로 만들어 오류검출할 것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1482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203</Words>
  <Application>Microsoft Office PowerPoint</Application>
  <PresentationFormat>와이드스크린</PresentationFormat>
  <Paragraphs>36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Symbol</vt:lpstr>
      <vt:lpstr>Office 테마</vt:lpstr>
      <vt:lpstr>아이템박스 생성</vt:lpstr>
      <vt:lpstr>익스트랙션 슈팅의 파밍 포인트</vt:lpstr>
      <vt:lpstr>구현 방법</vt:lpstr>
      <vt:lpstr>아이템 클래스</vt:lpstr>
      <vt:lpstr>에디터에서만 동작하는 관리 클래스</vt:lpstr>
      <vt:lpstr>추후 계획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SungHyun Moon</dc:creator>
  <cp:lastModifiedBy>SungHyun Moon</cp:lastModifiedBy>
  <cp:revision>38</cp:revision>
  <dcterms:created xsi:type="dcterms:W3CDTF">2026-09-03T18:17:10Z</dcterms:created>
  <dcterms:modified xsi:type="dcterms:W3CDTF">2026-10-02T04:03:36Z</dcterms:modified>
</cp:coreProperties>
</file>