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0" r:id="rId4"/>
    <p:sldId id="261" r:id="rId5"/>
    <p:sldId id="262" r:id="rId6"/>
    <p:sldId id="258" r:id="rId7"/>
    <p:sldId id="263" r:id="rId8"/>
    <p:sldId id="259" r:id="rId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6" d="100"/>
          <a:sy n="86" d="100"/>
        </p:scale>
        <p:origin x="120" y="4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7A18504-2EF6-21E4-DB6C-CFC8E93E21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D07069C4-9398-509F-E50E-BC7957CB331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B3B6996-D322-043A-84EE-BAF1993AFF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3772F-0FD5-40C6-878E-04F734D731CA}" type="datetimeFigureOut">
              <a:rPr lang="ko-KR" altLang="en-US" smtClean="0"/>
              <a:t>2026-09-04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04ABB09-FFE6-A1A8-6DE2-21E2BAAE2F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19D05A5-57B2-99EB-A90D-2D3AC88583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56358-416D-4E54-B098-D1A930324C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519579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993865D-25D0-154C-5435-266C2A3CC0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A8B349D-39E7-3001-89D7-AD685C971D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D42102B-FF68-BF19-F5D9-B84989CE5C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3772F-0FD5-40C6-878E-04F734D731CA}" type="datetimeFigureOut">
              <a:rPr lang="ko-KR" altLang="en-US" smtClean="0"/>
              <a:t>2026-09-04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EC1E3CC-AD1C-2D55-CDE7-05FCC78982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2E509DD-0393-5AB5-2B69-FF9EA275D7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56358-416D-4E54-B098-D1A930324C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387999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758D4C3-65E4-A8D9-DFEB-B1DDC44816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2EF2FC3-EBAB-E3C9-0DD0-87FE7E5288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0E03029-E3B8-C42E-8DD7-52AED49884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3772F-0FD5-40C6-878E-04F734D731CA}" type="datetimeFigureOut">
              <a:rPr lang="ko-KR" altLang="en-US" smtClean="0"/>
              <a:t>2026-09-04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BCE8D2D-E1C8-FB44-E150-7430B59AD1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095C609-6CBE-1EB6-7E9E-311485A329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56358-416D-4E54-B098-D1A930324C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126081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DB2A423-B278-F307-751C-23F75C6A1A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CADD0AF-9D78-48E0-4CEF-A5B4FE4BE4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863FDB0-7095-2AED-6DC3-692FEA8047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8A6CFB6-D2FA-42E1-C623-6091EB9D23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3772F-0FD5-40C6-878E-04F734D731CA}" type="datetimeFigureOut">
              <a:rPr lang="ko-KR" altLang="en-US" smtClean="0"/>
              <a:t>2026-09-04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77EDC9E-DCE3-D08C-0521-5E7B06292A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3EBCE19-65FD-0761-0E4E-A24279B82F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56358-416D-4E54-B098-D1A930324C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963126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3332BA2-3740-B576-4B59-6CCF921F74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1ED3D5A-A7DF-D2B7-9C52-78E72B74C6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FB622AC-7408-C218-10CF-1B826663C1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8306C7F-1ECB-1E7E-6DBF-6C96E982466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C58922D7-BF32-AB53-D996-D0774AB53C6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8A828884-E33F-40E0-2D78-C3D2C5CB41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3772F-0FD5-40C6-878E-04F734D731CA}" type="datetimeFigureOut">
              <a:rPr lang="ko-KR" altLang="en-US" smtClean="0"/>
              <a:t>2026-09-04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FD86AB6F-1BD6-A81A-2B6F-6ED20CDA31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C0A87114-BAAB-A633-A880-34B2B3E04F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56358-416D-4E54-B098-D1A930324C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522701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BF724CC-1154-8BED-2EBD-7BD7620B95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9485D8D4-C0AE-0543-7345-1A13792C3B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3772F-0FD5-40C6-878E-04F734D731CA}" type="datetimeFigureOut">
              <a:rPr lang="ko-KR" altLang="en-US" smtClean="0"/>
              <a:t>2026-09-04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823FEA9-6A07-4836-AAB8-98D5AFBDA6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5FB1DBF-B87E-6568-5F7C-D53DFD89FD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56358-416D-4E54-B098-D1A930324C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849155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379B88D2-4AA4-9A11-1AEA-B67E96E9D7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3772F-0FD5-40C6-878E-04F734D731CA}" type="datetimeFigureOut">
              <a:rPr lang="ko-KR" altLang="en-US" smtClean="0"/>
              <a:t>2026-09-04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DACC1E1F-1C7A-BBD2-E3ED-E8325A63F8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35F9039-EC6C-A307-70AB-504F29BCED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56358-416D-4E54-B098-D1A930324C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695844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773B7AC-7E66-B394-BE5D-B6B997CCBF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EF9CE4F-6421-AEF5-C392-F5937745F4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C2343CF-0281-2F6E-788D-06F489CD58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4D34218-C390-C952-336A-1482CFEE49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3772F-0FD5-40C6-878E-04F734D731CA}" type="datetimeFigureOut">
              <a:rPr lang="ko-KR" altLang="en-US" smtClean="0"/>
              <a:t>2026-09-04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68339AE-B179-3D12-D39B-8A05CF7F5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24121C7-0492-CCDD-B591-C19BD2F115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56358-416D-4E54-B098-D1A930324C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491472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413573-F21B-CBB3-E02F-DA51C9328A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95BDB077-6F9B-090E-C07A-10284BF92A1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1B5275D-DDBD-2C45-238E-C1B234CBF6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A0F8C45-2382-B175-0D76-F18B6BD012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3772F-0FD5-40C6-878E-04F734D731CA}" type="datetimeFigureOut">
              <a:rPr lang="ko-KR" altLang="en-US" smtClean="0"/>
              <a:t>2026-09-04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399B2FE-C14E-C537-3011-B7369052D2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35C5D5D-09A9-86EF-3183-F70FE36038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56358-416D-4E54-B098-D1A930324C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202707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BB0710B-196B-447A-22E2-27C5FB104E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D08C253-9722-F855-DAA2-6833B0DF5F6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BB0D520-1B5D-9FFD-537E-87B04E44B7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3772F-0FD5-40C6-878E-04F734D731CA}" type="datetimeFigureOut">
              <a:rPr lang="ko-KR" altLang="en-US" smtClean="0"/>
              <a:t>2026-09-04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F32C774-BBBA-62FD-21BA-58BF93F355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C09164C-9250-2D81-5768-E95ACDD1D7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56358-416D-4E54-B098-D1A930324C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446872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30FA8E94-E26A-03EB-CF9B-6C85A9AA044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61B0C24-488D-7820-C11B-1CBA1041E9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AFBFBB2-5C2B-740C-561D-C7F856DCC9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3772F-0FD5-40C6-878E-04F734D731CA}" type="datetimeFigureOut">
              <a:rPr lang="ko-KR" altLang="en-US" smtClean="0"/>
              <a:t>2026-09-04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247BD8D-89D5-8F38-227E-2971E31FE3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3E75E95-F62E-2AD6-7E40-9D5E4E1ADC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56358-416D-4E54-B098-D1A930324C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542670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6A20FCD6-D71D-7126-491F-BC6A11E139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DD2602C-F11A-91DF-FB5A-ED6E9BC550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5A82347-69AC-B756-D402-6A7D2C55BE8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F73772F-0FD5-40C6-878E-04F734D731CA}" type="datetimeFigureOut">
              <a:rPr lang="ko-KR" altLang="en-US" smtClean="0"/>
              <a:t>2026-09-04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10E8D05-518B-CCC3-9D7B-08680403D24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8FC3650-49E8-9540-A859-355932CF29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6156358-416D-4E54-B098-D1A930324C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050247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7C6DE45-2CB3-BE87-C337-7E86383D343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/>
              <a:t>스마트 포인터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C374655-014B-75D9-EDA5-66508C37908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/>
              <a:t>~ shared_ptr</a:t>
            </a:r>
            <a:r>
              <a:rPr lang="ko-KR" altLang="en-US"/>
              <a:t>과 </a:t>
            </a:r>
            <a:r>
              <a:rPr lang="en-US" altLang="ko-KR"/>
              <a:t>unique_ptr </a:t>
            </a:r>
            <a:r>
              <a:rPr lang="ko-KR" altLang="en-US"/>
              <a:t>을 쓸 곳 </a:t>
            </a:r>
            <a:r>
              <a:rPr lang="en-US" altLang="ko-KR"/>
              <a:t>~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550218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5847791-0955-D6B4-8104-954DBF69FE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36702"/>
            <a:ext cx="10515600" cy="5240261"/>
          </a:xfrm>
        </p:spPr>
        <p:txBody>
          <a:bodyPr/>
          <a:lstStyle/>
          <a:p>
            <a:r>
              <a:rPr lang="ko-KR" altLang="en-US"/>
              <a:t>프로젝트에서 스마트포인터를 빠르게 학습하기 위해</a:t>
            </a:r>
            <a:r>
              <a:rPr lang="en-US" altLang="ko-KR"/>
              <a:t>,</a:t>
            </a:r>
            <a:r>
              <a:rPr lang="ko-KR" altLang="en-US"/>
              <a:t> </a:t>
            </a:r>
            <a:r>
              <a:rPr lang="en-US" altLang="ko-KR"/>
              <a:t>shared_ptr </a:t>
            </a:r>
            <a:r>
              <a:rPr lang="ko-KR" altLang="en-US"/>
              <a:t>을 쓰라곤 했지만</a:t>
            </a:r>
            <a:r>
              <a:rPr lang="en-US" altLang="ko-KR"/>
              <a:t>, </a:t>
            </a:r>
            <a:r>
              <a:rPr lang="ko-KR" altLang="en-US"/>
              <a:t>가능한 곳에서는 </a:t>
            </a:r>
            <a:r>
              <a:rPr lang="en-US" altLang="ko-KR"/>
              <a:t>unique_ptr</a:t>
            </a:r>
            <a:r>
              <a:rPr lang="ko-KR" altLang="en-US"/>
              <a:t>을 쓰는 편이 더 좋다</a:t>
            </a:r>
            <a:endParaRPr lang="en-US" altLang="ko-KR"/>
          </a:p>
          <a:p>
            <a:endParaRPr lang="en-US" altLang="ko-KR"/>
          </a:p>
          <a:p>
            <a:pPr marL="0" indent="0">
              <a:buNone/>
            </a:pPr>
            <a:r>
              <a:rPr lang="en-US" altLang="ko-KR"/>
              <a:t>1. </a:t>
            </a:r>
            <a:r>
              <a:rPr lang="ko-KR" altLang="en-US"/>
              <a:t>레퍼런스 카운트 증감 </a:t>
            </a:r>
            <a:r>
              <a:rPr lang="en-US" altLang="ko-KR"/>
              <a:t>(</a:t>
            </a:r>
            <a:r>
              <a:rPr lang="ko-KR" altLang="en-US"/>
              <a:t>원자적 연산</a:t>
            </a:r>
            <a:r>
              <a:rPr lang="en-US" altLang="ko-KR"/>
              <a:t>)</a:t>
            </a:r>
          </a:p>
          <a:p>
            <a:pPr marL="0" indent="0">
              <a:buNone/>
            </a:pPr>
            <a:r>
              <a:rPr lang="en-US" altLang="ko-KR"/>
              <a:t>2. </a:t>
            </a:r>
            <a:r>
              <a:rPr lang="ko-KR" altLang="en-US"/>
              <a:t>메모리 누수 위협</a:t>
            </a:r>
            <a:endParaRPr lang="en-US" altLang="ko-KR"/>
          </a:p>
          <a:p>
            <a:pPr marL="0" indent="0">
              <a:buNone/>
            </a:pPr>
            <a:r>
              <a:rPr lang="en-US" altLang="ko-KR"/>
              <a:t>3. </a:t>
            </a:r>
            <a:r>
              <a:rPr lang="ko-KR" altLang="en-US"/>
              <a:t>복사 불가능이 보장된다</a:t>
            </a:r>
            <a:endParaRPr lang="en-US" altLang="ko-KR"/>
          </a:p>
          <a:p>
            <a:pPr marL="0" indent="0">
              <a:buNone/>
            </a:pPr>
            <a:r>
              <a:rPr lang="en-US" altLang="ko-KR"/>
              <a:t>4. </a:t>
            </a:r>
            <a:r>
              <a:rPr lang="ko-KR" altLang="en-US"/>
              <a:t>소유권이 명확하다</a:t>
            </a: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4097804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3B55C9B-D738-7D16-E974-8F5E569D8D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25912"/>
            <a:ext cx="10515600" cy="5386039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altLang="ko-KR"/>
              <a:t>raw* p;</a:t>
            </a:r>
          </a:p>
          <a:p>
            <a:pPr marL="0" indent="0">
              <a:buNone/>
            </a:pPr>
            <a:r>
              <a:rPr lang="en-US" altLang="ko-KR"/>
              <a:t>unique_ptr&lt;raw&gt; up;</a:t>
            </a:r>
          </a:p>
          <a:p>
            <a:pPr marL="0" indent="0">
              <a:buNone/>
            </a:pPr>
            <a:r>
              <a:rPr lang="en-US" altLang="ko-KR"/>
              <a:t> (</a:t>
            </a:r>
            <a:r>
              <a:rPr lang="ko-KR" altLang="en-US"/>
              <a:t>예외</a:t>
            </a:r>
            <a:r>
              <a:rPr lang="en-US" altLang="ko-KR"/>
              <a:t>: unique_ptr </a:t>
            </a:r>
            <a:r>
              <a:rPr lang="ko-KR" altLang="en-US"/>
              <a:t>에 </a:t>
            </a:r>
            <a:r>
              <a:rPr lang="en-US" altLang="ko-KR"/>
              <a:t>deleter</a:t>
            </a:r>
            <a:r>
              <a:rPr lang="ko-KR" altLang="en-US"/>
              <a:t>가 있는 경우</a:t>
            </a:r>
            <a:r>
              <a:rPr lang="en-US" altLang="ko-KR"/>
              <a:t>)</a:t>
            </a:r>
          </a:p>
          <a:p>
            <a:pPr marL="0" indent="0">
              <a:buNone/>
            </a:pPr>
            <a:r>
              <a:rPr lang="en-US" altLang="ko-KR"/>
              <a:t>shared_ptr&lt;raw&gt; sp;</a:t>
            </a:r>
          </a:p>
          <a:p>
            <a:pPr marL="0" indent="0">
              <a:buNone/>
            </a:pPr>
            <a:r>
              <a:rPr lang="en-US" altLang="ko-KR"/>
              <a:t>weaked_ptr&lt;raw&gt; wp;</a:t>
            </a:r>
          </a:p>
          <a:p>
            <a:pPr marL="0" indent="0">
              <a:buNone/>
            </a:pPr>
            <a:endParaRPr lang="en-US" altLang="ko-KR"/>
          </a:p>
          <a:p>
            <a:pPr marL="0" indent="0">
              <a:buNone/>
            </a:pPr>
            <a:r>
              <a:rPr lang="en-US" altLang="ko-KR"/>
              <a:t>auto t = wp.lock();</a:t>
            </a:r>
          </a:p>
          <a:p>
            <a:pPr marL="0" indent="0">
              <a:buNone/>
            </a:pPr>
            <a:r>
              <a:rPr lang="en-US" altLang="ko-KR"/>
              <a:t>shared_ptr&lt;raw&gt; copied = sp;</a:t>
            </a:r>
          </a:p>
          <a:p>
            <a:pPr>
              <a:buFontTx/>
              <a:buChar char="-"/>
            </a:pPr>
            <a:r>
              <a:rPr lang="ko-KR" altLang="en-US"/>
              <a:t>컨트롤블록의 레퍼런스카운트가 </a:t>
            </a:r>
            <a:r>
              <a:rPr lang="en-US" altLang="ko-KR"/>
              <a:t>1 </a:t>
            </a:r>
            <a:r>
              <a:rPr lang="ko-KR" altLang="en-US"/>
              <a:t>증가하며</a:t>
            </a:r>
            <a:r>
              <a:rPr lang="en-US" altLang="ko-KR"/>
              <a:t>, </a:t>
            </a:r>
            <a:r>
              <a:rPr lang="ko-KR" altLang="en-US"/>
              <a:t>복사된다</a:t>
            </a:r>
            <a:endParaRPr lang="en-US" altLang="ko-KR"/>
          </a:p>
          <a:p>
            <a:pPr>
              <a:buFontTx/>
              <a:buChar char="-"/>
            </a:pPr>
            <a:r>
              <a:rPr lang="ko-KR" altLang="en-US"/>
              <a:t>퍼포먼스가 </a:t>
            </a:r>
            <a:r>
              <a:rPr lang="en-US" altLang="ko-KR"/>
              <a:t>0</a:t>
            </a:r>
            <a:r>
              <a:rPr lang="ko-KR" altLang="en-US"/>
              <a:t>이 아니다</a:t>
            </a:r>
            <a:r>
              <a:rPr lang="en-US" altLang="ko-KR"/>
              <a:t>. </a:t>
            </a:r>
          </a:p>
          <a:p>
            <a:pPr marL="0" indent="0">
              <a:buNone/>
            </a:pPr>
            <a:r>
              <a:rPr lang="en-US" altLang="ko-KR"/>
              <a:t>unique_ptr&lt;raw&gt; copiedUp = up;</a:t>
            </a:r>
          </a:p>
          <a:p>
            <a:pPr marL="0" indent="0">
              <a:buNone/>
            </a:pPr>
            <a:r>
              <a:rPr lang="en-US" altLang="ko-KR"/>
              <a:t>- </a:t>
            </a:r>
            <a:r>
              <a:rPr lang="ko-KR" altLang="en-US"/>
              <a:t>컴파일 에러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75562F04-2661-6B82-8F79-372D775B4496}"/>
              </a:ext>
            </a:extLst>
          </p:cNvPr>
          <p:cNvSpPr/>
          <p:nvPr/>
        </p:nvSpPr>
        <p:spPr>
          <a:xfrm>
            <a:off x="6397083" y="1025912"/>
            <a:ext cx="1341863" cy="34886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/>
              <a:t>객체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9A101030-E336-7EFE-0853-07261F3ECEAA}"/>
              </a:ext>
            </a:extLst>
          </p:cNvPr>
          <p:cNvSpPr/>
          <p:nvPr/>
        </p:nvSpPr>
        <p:spPr>
          <a:xfrm>
            <a:off x="4709532" y="1025912"/>
            <a:ext cx="1386468" cy="34886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/>
              <a:t>객체 주소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55FC795-8AC0-1F7F-A743-74FC8605536A}"/>
              </a:ext>
            </a:extLst>
          </p:cNvPr>
          <p:cNvSpPr/>
          <p:nvPr/>
        </p:nvSpPr>
        <p:spPr>
          <a:xfrm>
            <a:off x="6397083" y="1490680"/>
            <a:ext cx="1341863" cy="34886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/>
              <a:t>객체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8B63F57E-23E0-4275-7F7B-043FA912C154}"/>
              </a:ext>
            </a:extLst>
          </p:cNvPr>
          <p:cNvSpPr/>
          <p:nvPr/>
        </p:nvSpPr>
        <p:spPr>
          <a:xfrm>
            <a:off x="4709532" y="1490680"/>
            <a:ext cx="1386468" cy="34886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/>
              <a:t>객체 주소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DAB232D1-B796-C687-142E-AC4ACD43A344}"/>
              </a:ext>
            </a:extLst>
          </p:cNvPr>
          <p:cNvSpPr/>
          <p:nvPr/>
        </p:nvSpPr>
        <p:spPr>
          <a:xfrm>
            <a:off x="8405232" y="2373691"/>
            <a:ext cx="1341863" cy="34886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/>
              <a:t>객체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10A50760-E2C2-58F8-6D2D-62FFEF6C45E2}"/>
              </a:ext>
            </a:extLst>
          </p:cNvPr>
          <p:cNvSpPr/>
          <p:nvPr/>
        </p:nvSpPr>
        <p:spPr>
          <a:xfrm>
            <a:off x="4709532" y="2373691"/>
            <a:ext cx="1341863" cy="34886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/>
              <a:t>객체 주소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B5DE8675-EE9B-D49E-C1E8-25994D060F73}"/>
              </a:ext>
            </a:extLst>
          </p:cNvPr>
          <p:cNvSpPr/>
          <p:nvPr/>
        </p:nvSpPr>
        <p:spPr>
          <a:xfrm>
            <a:off x="9747095" y="2373690"/>
            <a:ext cx="1341863" cy="34886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/>
              <a:t>컨트롤블록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9E7AA99A-38FF-FA4F-3314-F9A5C1250574}"/>
              </a:ext>
            </a:extLst>
          </p:cNvPr>
          <p:cNvSpPr/>
          <p:nvPr/>
        </p:nvSpPr>
        <p:spPr>
          <a:xfrm>
            <a:off x="6081132" y="2373690"/>
            <a:ext cx="2059258" cy="34886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/>
              <a:t>컨트롤블록 주소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988E025A-078A-0C6D-244F-B6D7D7F7CE3D}"/>
              </a:ext>
            </a:extLst>
          </p:cNvPr>
          <p:cNvSpPr/>
          <p:nvPr/>
        </p:nvSpPr>
        <p:spPr>
          <a:xfrm>
            <a:off x="8405232" y="2838459"/>
            <a:ext cx="1341863" cy="34886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/>
              <a:t>객체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22F57CCC-8B28-CA1F-D72E-26A80376C25E}"/>
              </a:ext>
            </a:extLst>
          </p:cNvPr>
          <p:cNvSpPr/>
          <p:nvPr/>
        </p:nvSpPr>
        <p:spPr>
          <a:xfrm>
            <a:off x="4709532" y="2838459"/>
            <a:ext cx="1341863" cy="34886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/>
              <a:t>객체 주소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4C13B865-A655-786E-C31C-B4D5B6567CB8}"/>
              </a:ext>
            </a:extLst>
          </p:cNvPr>
          <p:cNvSpPr/>
          <p:nvPr/>
        </p:nvSpPr>
        <p:spPr>
          <a:xfrm>
            <a:off x="9747095" y="2838458"/>
            <a:ext cx="1341863" cy="34886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/>
              <a:t>컨트롤블록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288C559C-A600-A360-C867-67739D589D4B}"/>
              </a:ext>
            </a:extLst>
          </p:cNvPr>
          <p:cNvSpPr/>
          <p:nvPr/>
        </p:nvSpPr>
        <p:spPr>
          <a:xfrm>
            <a:off x="6081132" y="2838458"/>
            <a:ext cx="2059258" cy="34886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/>
              <a:t>컨트롤블록 주소</a:t>
            </a:r>
          </a:p>
        </p:txBody>
      </p:sp>
    </p:spTree>
    <p:extLst>
      <p:ext uri="{BB962C8B-B14F-4D97-AF65-F5344CB8AC3E}">
        <p14:creationId xmlns:p14="http://schemas.microsoft.com/office/powerpoint/2010/main" val="9570104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C7DE3A54-34D1-42D5-5B51-0102185476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977" y="2440601"/>
            <a:ext cx="6717072" cy="1189482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285ED8A1-96AD-D9A3-311C-E6EB5711BA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977" y="1580922"/>
            <a:ext cx="6660715" cy="955322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F2CCA730-C600-BA6D-9646-AB9D84CDE41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6977" y="4756222"/>
            <a:ext cx="8962100" cy="818723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5EAE7AB4-ADC1-B081-5F34-5773F0A7FB5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6977" y="5551840"/>
            <a:ext cx="6806281" cy="592398"/>
          </a:xfrm>
          <a:prstGeom prst="rect">
            <a:avLst/>
          </a:prstGeom>
        </p:spPr>
      </p:pic>
      <p:sp>
        <p:nvSpPr>
          <p:cNvPr id="12" name="내용 개체 틀 2">
            <a:extLst>
              <a:ext uri="{FF2B5EF4-FFF2-40B4-BE49-F238E27FC236}">
                <a16:creationId xmlns:a16="http://schemas.microsoft.com/office/drawing/2014/main" id="{AC852E25-CED7-124F-550E-3D9DD98A4C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6977" y="546487"/>
            <a:ext cx="10515600" cy="169490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/>
              <a:t>예시하나</a:t>
            </a:r>
            <a:r>
              <a:rPr lang="en-US" altLang="ko-KR"/>
              <a:t>, GatheringObject : GameObject</a:t>
            </a:r>
          </a:p>
          <a:p>
            <a:pPr marL="0" indent="0">
              <a:buNone/>
            </a:pPr>
            <a:r>
              <a:rPr lang="en-US" altLang="ko-KR"/>
              <a:t>CModel Component</a:t>
            </a:r>
            <a:r>
              <a:rPr lang="ko-KR" altLang="en-US"/>
              <a:t>를 </a:t>
            </a:r>
            <a:r>
              <a:rPr lang="en-US" altLang="ko-KR"/>
              <a:t>shared_ptr </a:t>
            </a:r>
            <a:r>
              <a:rPr lang="ko-KR" altLang="en-US"/>
              <a:t>로 갖고있다</a:t>
            </a:r>
          </a:p>
        </p:txBody>
      </p:sp>
      <p:sp>
        <p:nvSpPr>
          <p:cNvPr id="13" name="내용 개체 틀 2">
            <a:extLst>
              <a:ext uri="{FF2B5EF4-FFF2-40B4-BE49-F238E27FC236}">
                <a16:creationId xmlns:a16="http://schemas.microsoft.com/office/drawing/2014/main" id="{D8A310C4-9007-66C5-FD7F-936E95A7AD6D}"/>
              </a:ext>
            </a:extLst>
          </p:cNvPr>
          <p:cNvSpPr txBox="1">
            <a:spLocks/>
          </p:cNvSpPr>
          <p:nvPr/>
        </p:nvSpPr>
        <p:spPr>
          <a:xfrm>
            <a:off x="586977" y="3755060"/>
            <a:ext cx="10515600" cy="16949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ko-KR" altLang="en-US"/>
              <a:t>이것은 자신의 </a:t>
            </a:r>
            <a:r>
              <a:rPr lang="en-US" altLang="ko-KR"/>
              <a:t>GameObject</a:t>
            </a:r>
            <a:r>
              <a:rPr lang="ko-KR" altLang="en-US"/>
              <a:t>가 갖고 있는 </a:t>
            </a:r>
            <a:r>
              <a:rPr lang="en-US" altLang="ko-KR"/>
              <a:t>Component</a:t>
            </a:r>
            <a:r>
              <a:rPr lang="ko-KR" altLang="en-US"/>
              <a:t>일까</a:t>
            </a:r>
            <a:r>
              <a:rPr lang="en-US" altLang="ko-KR"/>
              <a:t>?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ko-KR" altLang="en-US"/>
              <a:t>다른 게임오브젝트의 컴포넌트 참조일까</a:t>
            </a:r>
            <a:r>
              <a:rPr lang="en-US" altLang="ko-KR"/>
              <a:t>?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020898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373C559-9343-5447-6118-0E83C65D68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62231"/>
          </a:xfrm>
        </p:spPr>
        <p:txBody>
          <a:bodyPr/>
          <a:lstStyle/>
          <a:p>
            <a:r>
              <a:rPr lang="ko-KR" altLang="en-US"/>
              <a:t>이 구조가 안좋게 되었다면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55FEC94-82F1-92DA-A6D0-B96559B639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27356"/>
            <a:ext cx="10515600" cy="4749607"/>
          </a:xfrm>
        </p:spPr>
        <p:txBody>
          <a:bodyPr/>
          <a:lstStyle/>
          <a:p>
            <a:r>
              <a:rPr lang="ko-KR" altLang="en-US"/>
              <a:t>오브젝트가 갖고 있는 컴포넌트가</a:t>
            </a:r>
            <a:r>
              <a:rPr lang="en-US" altLang="ko-KR"/>
              <a:t>, </a:t>
            </a:r>
            <a:r>
              <a:rPr lang="ko-KR" altLang="en-US"/>
              <a:t>다른 오브젝트의 것 참조</a:t>
            </a:r>
            <a:endParaRPr lang="en-US" altLang="ko-KR"/>
          </a:p>
          <a:p>
            <a:r>
              <a:rPr lang="ko-KR" altLang="en-US"/>
              <a:t>다른 오브젝트를 삭제했을 때</a:t>
            </a:r>
            <a:r>
              <a:rPr lang="en-US" altLang="ko-KR"/>
              <a:t>, </a:t>
            </a:r>
            <a:r>
              <a:rPr lang="ko-KR" altLang="en-US"/>
              <a:t>해당 오브젝트와 그 컴포넌트도 유효하지 않아짐</a:t>
            </a:r>
            <a:endParaRPr lang="en-US" altLang="ko-KR"/>
          </a:p>
          <a:p>
            <a:r>
              <a:rPr lang="en-US" altLang="ko-KR"/>
              <a:t>shared_ptr&lt;CModel&gt; </a:t>
            </a:r>
            <a:r>
              <a:rPr lang="ko-KR" altLang="en-US"/>
              <a:t>은 </a:t>
            </a:r>
            <a:r>
              <a:rPr lang="en-US" altLang="ko-KR"/>
              <a:t>shared_ptr </a:t>
            </a:r>
            <a:r>
              <a:rPr lang="ko-KR" altLang="en-US"/>
              <a:t>이므로 유효할 것이라고 예상</a:t>
            </a:r>
            <a:endParaRPr lang="en-US" altLang="ko-KR"/>
          </a:p>
          <a:p>
            <a:r>
              <a:rPr lang="ko-KR" altLang="en-US"/>
              <a:t>하지만 컴포넌트는 오브젝트에 종속되게 설계해놨기에 정말 유효할까</a:t>
            </a:r>
            <a:r>
              <a:rPr lang="en-US" altLang="ko-KR"/>
              <a:t>?</a:t>
            </a:r>
          </a:p>
          <a:p>
            <a:pPr marL="0" indent="0">
              <a:buNone/>
            </a:pPr>
            <a:r>
              <a:rPr lang="en-US" altLang="ko-KR"/>
              <a:t>=&gt; ‘</a:t>
            </a:r>
            <a:r>
              <a:rPr lang="ko-KR" altLang="en-US"/>
              <a:t>소유권</a:t>
            </a:r>
            <a:r>
              <a:rPr lang="en-US" altLang="ko-KR"/>
              <a:t>’ </a:t>
            </a:r>
            <a:r>
              <a:rPr lang="ko-KR" altLang="en-US"/>
              <a:t>이라는 개념이 실제로 할당되어있는지 말고도 동작</a:t>
            </a:r>
          </a:p>
        </p:txBody>
      </p:sp>
    </p:spTree>
    <p:extLst>
      <p:ext uri="{BB962C8B-B14F-4D97-AF65-F5344CB8AC3E}">
        <p14:creationId xmlns:p14="http://schemas.microsoft.com/office/powerpoint/2010/main" val="14349085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235704-80BF-64BC-9BD3-B5EE8FCB14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그럼 쒸바 그냥 싹다 바꿔뿟죠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F41B042-B513-52EB-C114-CCE8D942A7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/>
              <a:t>만약 </a:t>
            </a:r>
            <a:r>
              <a:rPr lang="en-US" altLang="ko-KR"/>
              <a:t>GameObject </a:t>
            </a:r>
            <a:r>
              <a:rPr lang="ko-KR" altLang="en-US"/>
              <a:t>가 </a:t>
            </a:r>
            <a:r>
              <a:rPr lang="en-US" altLang="ko-KR"/>
              <a:t>unique_ptr&lt;Component&gt; </a:t>
            </a:r>
            <a:r>
              <a:rPr lang="ko-KR" altLang="en-US"/>
              <a:t>로 관리한다면</a:t>
            </a:r>
            <a:r>
              <a:rPr lang="en-US" altLang="ko-KR"/>
              <a:t>?</a:t>
            </a:r>
          </a:p>
          <a:p>
            <a:endParaRPr lang="en-US" altLang="ko-KR"/>
          </a:p>
          <a:p>
            <a:endParaRPr lang="en-US" altLang="ko-KR"/>
          </a:p>
          <a:p>
            <a:pPr marL="0" indent="0">
              <a:buNone/>
            </a:pPr>
            <a:endParaRPr lang="en-US" altLang="ko-KR"/>
          </a:p>
          <a:p>
            <a:r>
              <a:rPr lang="ko-KR" altLang="en-US"/>
              <a:t>이 코드를 바꾼다고 생각하면</a:t>
            </a:r>
            <a:r>
              <a:rPr lang="en-US" altLang="ko-KR"/>
              <a:t>…</a:t>
            </a:r>
          </a:p>
          <a:p>
            <a:r>
              <a:rPr lang="ko-KR" altLang="en-US"/>
              <a:t>참조로 </a:t>
            </a:r>
            <a:r>
              <a:rPr lang="en-US" altLang="ko-KR"/>
              <a:t>Model</a:t>
            </a:r>
            <a:r>
              <a:rPr lang="ko-KR" altLang="en-US"/>
              <a:t>을 갖고있다가</a:t>
            </a:r>
            <a:r>
              <a:rPr lang="en-US" altLang="ko-KR"/>
              <a:t>, </a:t>
            </a:r>
            <a:r>
              <a:rPr lang="ko-KR" altLang="en-US"/>
              <a:t>검사한 후 사용해야 하는데</a:t>
            </a:r>
            <a:r>
              <a:rPr lang="en-US" altLang="ko-KR"/>
              <a:t>…</a:t>
            </a:r>
          </a:p>
          <a:p>
            <a:r>
              <a:rPr lang="en-US" altLang="ko-KR"/>
              <a:t>raw pointer</a:t>
            </a:r>
            <a:r>
              <a:rPr lang="ko-KR" altLang="en-US"/>
              <a:t>로 참조하고</a:t>
            </a:r>
            <a:r>
              <a:rPr lang="en-US" altLang="ko-KR"/>
              <a:t>, </a:t>
            </a:r>
            <a:r>
              <a:rPr lang="ko-KR" altLang="en-US"/>
              <a:t>해제만 안하기</a:t>
            </a:r>
            <a:r>
              <a:rPr lang="en-US" altLang="ko-KR"/>
              <a:t>?</a:t>
            </a:r>
          </a:p>
          <a:p>
            <a:pPr marL="0" indent="0">
              <a:buNone/>
            </a:pPr>
            <a:r>
              <a:rPr lang="en-US" altLang="ko-KR"/>
              <a:t>=&gt; raw pointer</a:t>
            </a:r>
            <a:r>
              <a:rPr lang="ko-KR" altLang="en-US"/>
              <a:t>를 쓰는 것 자체가 쿨하지 않네요</a:t>
            </a:r>
            <a:endParaRPr lang="en-US" altLang="ko-KR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EE1B1EDC-9D44-7B0C-02CC-5FA0634960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473404"/>
            <a:ext cx="7534770" cy="1325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22110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448A98-24CE-7315-C15F-2A8C56B19A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56732BF-A67E-75A8-381F-5D9B0E3254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뭐 어쩌라는겁니까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5E6DF62-9FFF-CCB6-2271-F6CA110512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/>
              <a:t>1. </a:t>
            </a:r>
            <a:r>
              <a:rPr lang="ko-KR" altLang="en-US"/>
              <a:t>컴포넌트가 처리할 때</a:t>
            </a:r>
            <a:r>
              <a:rPr lang="en-US" altLang="ko-KR"/>
              <a:t>, </a:t>
            </a:r>
            <a:r>
              <a:rPr lang="ko-KR" altLang="en-US"/>
              <a:t>게임오브젝트가 유효한지도 검사한다면 </a:t>
            </a:r>
            <a:r>
              <a:rPr lang="en-US" altLang="ko-KR"/>
              <a:t>shared_ptr </a:t>
            </a:r>
            <a:r>
              <a:rPr lang="ko-KR" altLang="en-US"/>
              <a:t>로 참조해도 괜찮습니다</a:t>
            </a:r>
            <a:r>
              <a:rPr lang="en-US" altLang="ko-KR"/>
              <a:t>.</a:t>
            </a:r>
          </a:p>
          <a:p>
            <a:r>
              <a:rPr lang="en-US" altLang="ko-KR"/>
              <a:t>2. </a:t>
            </a:r>
            <a:r>
              <a:rPr lang="ko-KR" altLang="en-US"/>
              <a:t>다만</a:t>
            </a:r>
            <a:r>
              <a:rPr lang="en-US" altLang="ko-KR"/>
              <a:t>, gathering object</a:t>
            </a:r>
            <a:r>
              <a:rPr lang="ko-KR" altLang="en-US"/>
              <a:t>는 </a:t>
            </a:r>
            <a:r>
              <a:rPr lang="en-US" altLang="ko-KR"/>
              <a:t>game object</a:t>
            </a:r>
            <a:r>
              <a:rPr lang="ko-KR" altLang="en-US"/>
              <a:t>가 갖고있는 소유권을 사용하는 것이니</a:t>
            </a:r>
            <a:r>
              <a:rPr lang="en-US" altLang="ko-KR"/>
              <a:t>, weaked_ptr</a:t>
            </a:r>
            <a:r>
              <a:rPr lang="ko-KR" altLang="en-US"/>
              <a:t>로 참조하는게 좋을겁니다</a:t>
            </a:r>
            <a:r>
              <a:rPr lang="en-US" altLang="ko-KR"/>
              <a:t>.</a:t>
            </a:r>
          </a:p>
          <a:p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8928864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45EFE23-78FD-84E0-3707-9CA2A39E8F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27C5AF2-C688-38ED-2F2D-8C2DB8C970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/>
              <a:t>예외</a:t>
            </a:r>
            <a:endParaRPr lang="en-US" altLang="ko-KR"/>
          </a:p>
          <a:p>
            <a:r>
              <a:rPr lang="en-US" altLang="ko-KR"/>
              <a:t>unique_ptr </a:t>
            </a:r>
            <a:r>
              <a:rPr lang="ko-KR" altLang="en-US"/>
              <a:t>에 </a:t>
            </a:r>
            <a:r>
              <a:rPr lang="en-US" altLang="ko-KR"/>
              <a:t>deleter</a:t>
            </a:r>
            <a:r>
              <a:rPr lang="ko-KR" altLang="en-US"/>
              <a:t>가 있는 경우</a:t>
            </a:r>
            <a:endParaRPr lang="en-US" altLang="ko-KR"/>
          </a:p>
          <a:p>
            <a:r>
              <a:rPr lang="en-US" altLang="ko-KR"/>
              <a:t>uqniue_ptr&lt;T, void(*)(T*)&gt; … 8</a:t>
            </a:r>
            <a:r>
              <a:rPr lang="ko-KR" altLang="en-US"/>
              <a:t>바이트 더쓴다</a:t>
            </a:r>
            <a:endParaRPr lang="en-US" altLang="ko-KR"/>
          </a:p>
          <a:p>
            <a:r>
              <a:rPr lang="en-US" altLang="ko-KR"/>
              <a:t>vector </a:t>
            </a:r>
            <a:r>
              <a:rPr lang="ko-KR" altLang="en-US"/>
              <a:t>등에서 참고</a:t>
            </a:r>
            <a:endParaRPr lang="en-US" altLang="ko-KR"/>
          </a:p>
          <a:p>
            <a:endParaRPr lang="en-US" altLang="ko-KR"/>
          </a:p>
          <a:p>
            <a:r>
              <a:rPr lang="en-US" altLang="ko-KR"/>
              <a:t>shared_ptr</a:t>
            </a:r>
            <a:r>
              <a:rPr lang="ko-KR" altLang="en-US"/>
              <a:t>은 컨트롤 블록에 언제나 </a:t>
            </a:r>
            <a:r>
              <a:rPr lang="en-US" altLang="ko-KR"/>
              <a:t>deleter</a:t>
            </a:r>
            <a:r>
              <a:rPr lang="ko-KR" altLang="en-US"/>
              <a:t>를 항상 저장</a:t>
            </a:r>
          </a:p>
        </p:txBody>
      </p:sp>
    </p:spTree>
    <p:extLst>
      <p:ext uri="{BB962C8B-B14F-4D97-AF65-F5344CB8AC3E}">
        <p14:creationId xmlns:p14="http://schemas.microsoft.com/office/powerpoint/2010/main" val="14112892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369</Words>
  <Application>Microsoft Office PowerPoint</Application>
  <PresentationFormat>와이드스크린</PresentationFormat>
  <Paragraphs>60</Paragraphs>
  <Slides>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1" baseType="lpstr">
      <vt:lpstr>맑은 고딕</vt:lpstr>
      <vt:lpstr>Arial</vt:lpstr>
      <vt:lpstr>Office 테마</vt:lpstr>
      <vt:lpstr>스마트 포인터</vt:lpstr>
      <vt:lpstr>PowerPoint 프레젠테이션</vt:lpstr>
      <vt:lpstr>PowerPoint 프레젠테이션</vt:lpstr>
      <vt:lpstr>PowerPoint 프레젠테이션</vt:lpstr>
      <vt:lpstr>이 구조가 안좋게 되었다면</vt:lpstr>
      <vt:lpstr>그럼 쒸바 그냥 싹다 바꿔뿟죠</vt:lpstr>
      <vt:lpstr>뭐 어쩌라는겁니까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SungHyun Moon</dc:creator>
  <cp:lastModifiedBy>SungHyun Moon</cp:lastModifiedBy>
  <cp:revision>3</cp:revision>
  <dcterms:created xsi:type="dcterms:W3CDTF">2026-09-03T18:17:10Z</dcterms:created>
  <dcterms:modified xsi:type="dcterms:W3CDTF">2026-09-04T04:06:04Z</dcterms:modified>
</cp:coreProperties>
</file>