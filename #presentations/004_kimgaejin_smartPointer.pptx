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62" r:id="rId6"/>
    <p:sldId id="258" r:id="rId7"/>
    <p:sldId id="263" r:id="rId8"/>
    <p:sldId id="264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120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A18504-2EF6-21E4-DB6C-CFC8E93E21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07069C4-9398-509F-E50E-BC7957CB33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3B6996-D322-043A-84EE-BAF1993AF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4ABB09-FFE6-A1A8-6DE2-21E2BAAE2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9D05A5-57B2-99EB-A90D-2D3AC8858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957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93865D-25D0-154C-5435-266C2A3CC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8B349D-39E7-3001-89D7-AD685C971D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42102B-FF68-BF19-F5D9-B84989CE5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C1E3CC-AD1C-2D55-CDE7-05FCC7898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E509DD-0393-5AB5-2B69-FF9EA275D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799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58D4C3-65E4-A8D9-DFEB-B1DDC4481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EF2FC3-EBAB-E3C9-0DD0-87FE7E5288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E03029-E3B8-C42E-8DD7-52AED4988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CE8D2D-E1C8-FB44-E150-7430B59AD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5C609-6CBE-1EB6-7E9E-311485A32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608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B2A423-B278-F307-751C-23F75C6A1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DD0AF-9D78-48E0-4CEF-A5B4FE4BE4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63FDB0-7095-2AED-6DC3-692FEA8047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A6CFB6-D2FA-42E1-C623-6091EB9D2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77EDC9E-DCE3-D08C-0521-5E7B06292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3EBCE19-65FD-0761-0E4E-A24279B82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6312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332BA2-3740-B576-4B59-6CCF921F7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1ED3D5A-A7DF-D2B7-9C52-78E72B74C6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622AC-7408-C218-10CF-1B826663C1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8306C7F-1ECB-1E7E-6DBF-6C96E98246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58922D7-BF32-AB53-D996-D0774AB53C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A828884-E33F-40E0-2D78-C3D2C5CB4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D86AB6F-1BD6-A81A-2B6F-6ED20CDA3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0A87114-BAAB-A633-A880-34B2B3E0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270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F724CC-1154-8BED-2EBD-7BD7620B9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485D8D4-C0AE-0543-7345-1A13792C3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823FEA9-6A07-4836-AAB8-98D5AFBDA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FB1DBF-B87E-6568-5F7C-D53DFD89F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4915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79B88D2-4AA4-9A11-1AEA-B67E96E9D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ACC1E1F-1C7A-BBD2-E3ED-E8325A63F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5F9039-EC6C-A307-70AB-504F29BCE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9584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73B7AC-7E66-B394-BE5D-B6B997CCB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F9CE4F-6421-AEF5-C392-F5937745F4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C2343CF-0281-2F6E-788D-06F489CD58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4D34218-C390-C952-336A-1482CFEE4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68339AE-B179-3D12-D39B-8A05CF7F5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4121C7-0492-CCDD-B591-C19BD2F11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9147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413573-F21B-CBB3-E02F-DA51C9328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5BDB077-6F9B-090E-C07A-10284BF92A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B5275D-DDBD-2C45-238E-C1B234CBF6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A0F8C45-2382-B175-0D76-F18B6BD01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399B2FE-C14E-C537-3011-B7369052D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5C5D5D-09A9-86EF-3183-F70FE360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270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B0710B-196B-447A-22E2-27C5FB104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D08C253-9722-F855-DAA2-6833B0DF5F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B0D520-1B5D-9FFD-537E-87B04E44B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32C774-BBBA-62FD-21BA-58BF93F35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C09164C-9250-2D81-5768-E95ACDD1D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4687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0FA8E94-E26A-03EB-CF9B-6C85A9AA04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1B0C24-488D-7820-C11B-1CBA1041E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BFBB2-5C2B-740C-561D-C7F856DC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47BD8D-89D5-8F38-227E-2971E31FE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75E95-F62E-2AD6-7E40-9D5E4E1AD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4267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A20FCD6-D71D-7126-491F-BC6A11E13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DD2602C-F11A-91DF-FB5A-ED6E9BC550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A82347-69AC-B756-D402-6A7D2C55BE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73772F-0FD5-40C6-878E-04F734D731CA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0E8D05-518B-CCC3-9D7B-08680403D2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FC3650-49E8-9540-A859-355932CF29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0247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C6DE45-2CB3-BE87-C337-7E86383D34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스마트 포인터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C374655-014B-75D9-EDA5-66508C37908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/>
              <a:t>~ </a:t>
            </a:r>
            <a:r>
              <a:rPr lang="ko-KR" altLang="en-US"/>
              <a:t>어떤 종류의 스마트포인터를 써야하는지 </a:t>
            </a:r>
            <a:r>
              <a:rPr lang="en-US" altLang="ko-KR"/>
              <a:t>~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5021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847791-0955-D6B4-8104-954DBF69FE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6702"/>
            <a:ext cx="10515600" cy="5240261"/>
          </a:xfrm>
        </p:spPr>
        <p:txBody>
          <a:bodyPr/>
          <a:lstStyle/>
          <a:p>
            <a:r>
              <a:rPr lang="ko-KR" altLang="en-US"/>
              <a:t>프로젝트에서 스마트포인터를 빠르게 학습하기 위해</a:t>
            </a:r>
            <a:r>
              <a:rPr lang="en-US" altLang="ko-KR"/>
              <a:t>,</a:t>
            </a:r>
            <a:r>
              <a:rPr lang="ko-KR" altLang="en-US"/>
              <a:t> </a:t>
            </a:r>
            <a:r>
              <a:rPr lang="en-US" altLang="ko-KR"/>
              <a:t>shared_ptr </a:t>
            </a:r>
            <a:r>
              <a:rPr lang="ko-KR" altLang="en-US"/>
              <a:t>을 쓰라곤 했지만</a:t>
            </a:r>
            <a:r>
              <a:rPr lang="en-US" altLang="ko-KR"/>
              <a:t>, </a:t>
            </a:r>
            <a:r>
              <a:rPr lang="ko-KR" altLang="en-US"/>
              <a:t>가능한 곳에서는 </a:t>
            </a:r>
            <a:r>
              <a:rPr lang="en-US" altLang="ko-KR"/>
              <a:t>unique_ptr</a:t>
            </a:r>
            <a:r>
              <a:rPr lang="ko-KR" altLang="en-US"/>
              <a:t>을 쓰는 편이 더 좋다</a:t>
            </a:r>
            <a:endParaRPr lang="en-US" altLang="ko-KR"/>
          </a:p>
          <a:p>
            <a:endParaRPr lang="en-US" altLang="ko-KR"/>
          </a:p>
          <a:p>
            <a:pPr marL="0" indent="0">
              <a:buNone/>
            </a:pPr>
            <a:r>
              <a:rPr lang="en-US" altLang="ko-KR"/>
              <a:t>1. </a:t>
            </a:r>
            <a:r>
              <a:rPr lang="ko-KR" altLang="en-US"/>
              <a:t>레퍼런스 카운트 증감 </a:t>
            </a:r>
            <a:r>
              <a:rPr lang="en-US" altLang="ko-KR"/>
              <a:t>(</a:t>
            </a:r>
            <a:r>
              <a:rPr lang="ko-KR" altLang="en-US"/>
              <a:t>원자적 연산</a:t>
            </a:r>
            <a:r>
              <a:rPr lang="en-US" altLang="ko-KR"/>
              <a:t>)</a:t>
            </a:r>
          </a:p>
          <a:p>
            <a:pPr marL="0" indent="0">
              <a:buNone/>
            </a:pPr>
            <a:r>
              <a:rPr lang="en-US" altLang="ko-KR"/>
              <a:t>2. </a:t>
            </a:r>
            <a:r>
              <a:rPr lang="ko-KR" altLang="en-US"/>
              <a:t>메모리 누수 위협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3. </a:t>
            </a:r>
            <a:r>
              <a:rPr lang="ko-KR" altLang="en-US"/>
              <a:t>복사 불가능이 보장된다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4. </a:t>
            </a:r>
            <a:r>
              <a:rPr lang="ko-KR" altLang="en-US"/>
              <a:t>소유권이 명확하다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09780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B55C9B-D738-7D16-E974-8F5E569D8D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5912"/>
            <a:ext cx="10515600" cy="53860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ko-KR"/>
              <a:t>raw* p;</a:t>
            </a:r>
          </a:p>
          <a:p>
            <a:pPr marL="0" indent="0">
              <a:buNone/>
            </a:pPr>
            <a:r>
              <a:rPr lang="en-US" altLang="ko-KR"/>
              <a:t>unique_ptr&lt;raw&gt; up;</a:t>
            </a:r>
          </a:p>
          <a:p>
            <a:pPr marL="0" indent="0">
              <a:buNone/>
            </a:pPr>
            <a:r>
              <a:rPr lang="en-US" altLang="ko-KR"/>
              <a:t> (</a:t>
            </a:r>
            <a:r>
              <a:rPr lang="ko-KR" altLang="en-US"/>
              <a:t>예외</a:t>
            </a:r>
            <a:r>
              <a:rPr lang="en-US" altLang="ko-KR"/>
              <a:t>: unique_ptr </a:t>
            </a:r>
            <a:r>
              <a:rPr lang="ko-KR" altLang="en-US"/>
              <a:t>에 </a:t>
            </a:r>
            <a:r>
              <a:rPr lang="en-US" altLang="ko-KR"/>
              <a:t>deleter</a:t>
            </a:r>
            <a:r>
              <a:rPr lang="ko-KR" altLang="en-US"/>
              <a:t>가 있는 경우</a:t>
            </a:r>
            <a:r>
              <a:rPr lang="en-US" altLang="ko-KR"/>
              <a:t>)</a:t>
            </a:r>
          </a:p>
          <a:p>
            <a:pPr marL="0" indent="0">
              <a:buNone/>
            </a:pPr>
            <a:r>
              <a:rPr lang="en-US" altLang="ko-KR"/>
              <a:t>shared_ptr&lt;raw&gt; sp;</a:t>
            </a:r>
          </a:p>
          <a:p>
            <a:pPr marL="0" indent="0">
              <a:buNone/>
            </a:pPr>
            <a:r>
              <a:rPr lang="en-US" altLang="ko-KR"/>
              <a:t>weaked_ptr&lt;raw&gt; wp;</a:t>
            </a:r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r>
              <a:rPr lang="en-US" altLang="ko-KR"/>
              <a:t>auto t = wp.lock();</a:t>
            </a:r>
          </a:p>
          <a:p>
            <a:pPr marL="0" indent="0">
              <a:buNone/>
            </a:pPr>
            <a:r>
              <a:rPr lang="en-US" altLang="ko-KR"/>
              <a:t>shared_ptr&lt;raw&gt; copied = sp;</a:t>
            </a:r>
          </a:p>
          <a:p>
            <a:pPr>
              <a:buFontTx/>
              <a:buChar char="-"/>
            </a:pPr>
            <a:r>
              <a:rPr lang="ko-KR" altLang="en-US"/>
              <a:t>컨트롤블록의 레퍼런스카운트가 </a:t>
            </a:r>
            <a:r>
              <a:rPr lang="en-US" altLang="ko-KR"/>
              <a:t>1 </a:t>
            </a:r>
            <a:r>
              <a:rPr lang="ko-KR" altLang="en-US"/>
              <a:t>증가하며</a:t>
            </a:r>
            <a:r>
              <a:rPr lang="en-US" altLang="ko-KR"/>
              <a:t>, </a:t>
            </a:r>
            <a:r>
              <a:rPr lang="ko-KR" altLang="en-US"/>
              <a:t>복사된다</a:t>
            </a:r>
            <a:endParaRPr lang="en-US" altLang="ko-KR"/>
          </a:p>
          <a:p>
            <a:pPr>
              <a:buFontTx/>
              <a:buChar char="-"/>
            </a:pPr>
            <a:r>
              <a:rPr lang="ko-KR" altLang="en-US"/>
              <a:t>퍼포먼스가 </a:t>
            </a:r>
            <a:r>
              <a:rPr lang="en-US" altLang="ko-KR"/>
              <a:t>0</a:t>
            </a:r>
            <a:r>
              <a:rPr lang="ko-KR" altLang="en-US"/>
              <a:t>이 아니다</a:t>
            </a:r>
            <a:r>
              <a:rPr lang="en-US" altLang="ko-KR"/>
              <a:t>. </a:t>
            </a:r>
          </a:p>
          <a:p>
            <a:pPr marL="0" indent="0">
              <a:buNone/>
            </a:pPr>
            <a:r>
              <a:rPr lang="en-US" altLang="ko-KR"/>
              <a:t>unique_ptr&lt;raw&gt; copiedUp = up;</a:t>
            </a:r>
          </a:p>
          <a:p>
            <a:pPr marL="0" indent="0">
              <a:buNone/>
            </a:pPr>
            <a:r>
              <a:rPr lang="en-US" altLang="ko-KR"/>
              <a:t>- </a:t>
            </a:r>
            <a:r>
              <a:rPr lang="ko-KR" altLang="en-US"/>
              <a:t>컴파일 에러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5562F04-2661-6B82-8F79-372D775B4496}"/>
              </a:ext>
            </a:extLst>
          </p:cNvPr>
          <p:cNvSpPr/>
          <p:nvPr/>
        </p:nvSpPr>
        <p:spPr>
          <a:xfrm>
            <a:off x="6397083" y="1025912"/>
            <a:ext cx="1341863" cy="3488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객체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A101030-E336-7EFE-0853-07261F3ECEAA}"/>
              </a:ext>
            </a:extLst>
          </p:cNvPr>
          <p:cNvSpPr/>
          <p:nvPr/>
        </p:nvSpPr>
        <p:spPr>
          <a:xfrm>
            <a:off x="4709532" y="1025912"/>
            <a:ext cx="1386468" cy="3488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객체 주소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55FC795-8AC0-1F7F-A743-74FC8605536A}"/>
              </a:ext>
            </a:extLst>
          </p:cNvPr>
          <p:cNvSpPr/>
          <p:nvPr/>
        </p:nvSpPr>
        <p:spPr>
          <a:xfrm>
            <a:off x="6397083" y="1490680"/>
            <a:ext cx="1341863" cy="3488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객체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B63F57E-23E0-4275-7F7B-043FA912C154}"/>
              </a:ext>
            </a:extLst>
          </p:cNvPr>
          <p:cNvSpPr/>
          <p:nvPr/>
        </p:nvSpPr>
        <p:spPr>
          <a:xfrm>
            <a:off x="4709532" y="1490680"/>
            <a:ext cx="1386468" cy="3488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객체 주소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AB232D1-B796-C687-142E-AC4ACD43A344}"/>
              </a:ext>
            </a:extLst>
          </p:cNvPr>
          <p:cNvSpPr/>
          <p:nvPr/>
        </p:nvSpPr>
        <p:spPr>
          <a:xfrm>
            <a:off x="8405232" y="2373691"/>
            <a:ext cx="1341863" cy="3488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객체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0A50760-E2C2-58F8-6D2D-62FFEF6C45E2}"/>
              </a:ext>
            </a:extLst>
          </p:cNvPr>
          <p:cNvSpPr/>
          <p:nvPr/>
        </p:nvSpPr>
        <p:spPr>
          <a:xfrm>
            <a:off x="4709532" y="2373691"/>
            <a:ext cx="1341863" cy="3488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객체 주소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5DE8675-EE9B-D49E-C1E8-25994D060F73}"/>
              </a:ext>
            </a:extLst>
          </p:cNvPr>
          <p:cNvSpPr/>
          <p:nvPr/>
        </p:nvSpPr>
        <p:spPr>
          <a:xfrm>
            <a:off x="9747095" y="2373690"/>
            <a:ext cx="1341863" cy="3488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컨트롤블록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E7AA99A-38FF-FA4F-3314-F9A5C1250574}"/>
              </a:ext>
            </a:extLst>
          </p:cNvPr>
          <p:cNvSpPr/>
          <p:nvPr/>
        </p:nvSpPr>
        <p:spPr>
          <a:xfrm>
            <a:off x="6081132" y="2373690"/>
            <a:ext cx="2059258" cy="3488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컨트롤블록 주소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88E025A-078A-0C6D-244F-B6D7D7F7CE3D}"/>
              </a:ext>
            </a:extLst>
          </p:cNvPr>
          <p:cNvSpPr/>
          <p:nvPr/>
        </p:nvSpPr>
        <p:spPr>
          <a:xfrm>
            <a:off x="8405232" y="2838459"/>
            <a:ext cx="1341863" cy="3488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객체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2F57CCC-8B28-CA1F-D72E-26A80376C25E}"/>
              </a:ext>
            </a:extLst>
          </p:cNvPr>
          <p:cNvSpPr/>
          <p:nvPr/>
        </p:nvSpPr>
        <p:spPr>
          <a:xfrm>
            <a:off x="4709532" y="2838459"/>
            <a:ext cx="1341863" cy="3488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객체 주소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C13B865-A655-786E-C31C-B4D5B6567CB8}"/>
              </a:ext>
            </a:extLst>
          </p:cNvPr>
          <p:cNvSpPr/>
          <p:nvPr/>
        </p:nvSpPr>
        <p:spPr>
          <a:xfrm>
            <a:off x="9747095" y="2838458"/>
            <a:ext cx="1341863" cy="3488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컨트롤블록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88C559C-A600-A360-C867-67739D589D4B}"/>
              </a:ext>
            </a:extLst>
          </p:cNvPr>
          <p:cNvSpPr/>
          <p:nvPr/>
        </p:nvSpPr>
        <p:spPr>
          <a:xfrm>
            <a:off x="6081132" y="2838458"/>
            <a:ext cx="2059258" cy="3488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컨트롤블록 주소</a:t>
            </a:r>
          </a:p>
        </p:txBody>
      </p:sp>
    </p:spTree>
    <p:extLst>
      <p:ext uri="{BB962C8B-B14F-4D97-AF65-F5344CB8AC3E}">
        <p14:creationId xmlns:p14="http://schemas.microsoft.com/office/powerpoint/2010/main" val="9570104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7DE3A54-34D1-42D5-5B51-0102185476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977" y="2440601"/>
            <a:ext cx="6717072" cy="11894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5ED8A1-96AD-D9A3-311C-E6EB5711BA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77" y="1580922"/>
            <a:ext cx="6660715" cy="95532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2CCA730-C600-BA6D-9646-AB9D84CDE4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977" y="4756222"/>
            <a:ext cx="8962100" cy="81872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EAE7AB4-ADC1-B081-5F34-5773F0A7FB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977" y="5551840"/>
            <a:ext cx="6806281" cy="592398"/>
          </a:xfrm>
          <a:prstGeom prst="rect">
            <a:avLst/>
          </a:prstGeom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AC852E25-CED7-124F-550E-3D9DD98A4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977" y="546487"/>
            <a:ext cx="10515600" cy="16949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/>
              <a:t>예시하나</a:t>
            </a:r>
            <a:r>
              <a:rPr lang="en-US" altLang="ko-KR"/>
              <a:t>, GatheringObject : GameObject</a:t>
            </a:r>
          </a:p>
          <a:p>
            <a:pPr marL="0" indent="0">
              <a:buNone/>
            </a:pPr>
            <a:r>
              <a:rPr lang="en-US" altLang="ko-KR"/>
              <a:t>CModel Component</a:t>
            </a:r>
            <a:r>
              <a:rPr lang="ko-KR" altLang="en-US"/>
              <a:t>를 </a:t>
            </a:r>
            <a:r>
              <a:rPr lang="en-US" altLang="ko-KR"/>
              <a:t>shared_ptr </a:t>
            </a:r>
            <a:r>
              <a:rPr lang="ko-KR" altLang="en-US"/>
              <a:t>로 갖고있다</a:t>
            </a: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D8A310C4-9007-66C5-FD7F-936E95A7AD6D}"/>
              </a:ext>
            </a:extLst>
          </p:cNvPr>
          <p:cNvSpPr txBox="1">
            <a:spLocks/>
          </p:cNvSpPr>
          <p:nvPr/>
        </p:nvSpPr>
        <p:spPr>
          <a:xfrm>
            <a:off x="586977" y="3755060"/>
            <a:ext cx="10515600" cy="16949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/>
              <a:t>이것은 자신의 </a:t>
            </a:r>
            <a:r>
              <a:rPr lang="en-US" altLang="ko-KR"/>
              <a:t>GameObject</a:t>
            </a:r>
            <a:r>
              <a:rPr lang="ko-KR" altLang="en-US"/>
              <a:t>가 갖고 있는 </a:t>
            </a:r>
            <a:r>
              <a:rPr lang="en-US" altLang="ko-KR"/>
              <a:t>Component</a:t>
            </a:r>
            <a:r>
              <a:rPr lang="ko-KR" altLang="en-US"/>
              <a:t>일까</a:t>
            </a:r>
            <a:r>
              <a:rPr lang="en-US" altLang="ko-KR"/>
              <a:t>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/>
              <a:t>다른 게임오브젝트의 컴포넌트 참조일까</a:t>
            </a:r>
            <a:r>
              <a:rPr lang="en-US" altLang="ko-KR"/>
              <a:t>?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2089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73C559-9343-5447-6118-0E83C65D6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2231"/>
          </a:xfrm>
        </p:spPr>
        <p:txBody>
          <a:bodyPr/>
          <a:lstStyle/>
          <a:p>
            <a:r>
              <a:rPr lang="ko-KR" altLang="en-US"/>
              <a:t>이 구조가 안좋게 되었다면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5FEC94-82F1-92DA-A6D0-B96559B639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7356"/>
            <a:ext cx="10515600" cy="4749607"/>
          </a:xfrm>
        </p:spPr>
        <p:txBody>
          <a:bodyPr/>
          <a:lstStyle/>
          <a:p>
            <a:r>
              <a:rPr lang="ko-KR" altLang="en-US"/>
              <a:t>오브젝트가 갖고 있는 컴포넌트가</a:t>
            </a:r>
            <a:r>
              <a:rPr lang="en-US" altLang="ko-KR"/>
              <a:t>, </a:t>
            </a:r>
            <a:r>
              <a:rPr lang="ko-KR" altLang="en-US"/>
              <a:t>다른 오브젝트의 것 참조</a:t>
            </a:r>
            <a:endParaRPr lang="en-US" altLang="ko-KR"/>
          </a:p>
          <a:p>
            <a:r>
              <a:rPr lang="ko-KR" altLang="en-US"/>
              <a:t>다른 오브젝트를 삭제했을 때</a:t>
            </a:r>
            <a:r>
              <a:rPr lang="en-US" altLang="ko-KR"/>
              <a:t>, </a:t>
            </a:r>
            <a:r>
              <a:rPr lang="ko-KR" altLang="en-US"/>
              <a:t>해당 오브젝트와 그 컴포넌트도 유효하지 않아짐</a:t>
            </a:r>
            <a:endParaRPr lang="en-US" altLang="ko-KR"/>
          </a:p>
          <a:p>
            <a:r>
              <a:rPr lang="en-US" altLang="ko-KR"/>
              <a:t>shared_ptr&lt;CModel&gt; </a:t>
            </a:r>
            <a:r>
              <a:rPr lang="ko-KR" altLang="en-US"/>
              <a:t>은 </a:t>
            </a:r>
            <a:r>
              <a:rPr lang="en-US" altLang="ko-KR"/>
              <a:t>shared_ptr </a:t>
            </a:r>
            <a:r>
              <a:rPr lang="ko-KR" altLang="en-US"/>
              <a:t>이므로 유효할 것이라고 예상</a:t>
            </a:r>
            <a:endParaRPr lang="en-US" altLang="ko-KR"/>
          </a:p>
          <a:p>
            <a:r>
              <a:rPr lang="ko-KR" altLang="en-US"/>
              <a:t>하지만 컴포넌트는 오브젝트에 종속되게 설계해놨기에 정말 유효할까</a:t>
            </a:r>
            <a:r>
              <a:rPr lang="en-US" altLang="ko-KR"/>
              <a:t>?</a:t>
            </a:r>
          </a:p>
          <a:p>
            <a:pPr marL="0" indent="0">
              <a:buNone/>
            </a:pPr>
            <a:r>
              <a:rPr lang="en-US" altLang="ko-KR"/>
              <a:t>=&gt; ‘</a:t>
            </a:r>
            <a:r>
              <a:rPr lang="ko-KR" altLang="en-US"/>
              <a:t>소유권</a:t>
            </a:r>
            <a:r>
              <a:rPr lang="en-US" altLang="ko-KR"/>
              <a:t>’ </a:t>
            </a:r>
            <a:r>
              <a:rPr lang="ko-KR" altLang="en-US"/>
              <a:t>이라는 개념이 실제로 할당되어있는지 말고도 동작</a:t>
            </a:r>
          </a:p>
        </p:txBody>
      </p:sp>
    </p:spTree>
    <p:extLst>
      <p:ext uri="{BB962C8B-B14F-4D97-AF65-F5344CB8AC3E}">
        <p14:creationId xmlns:p14="http://schemas.microsoft.com/office/powerpoint/2010/main" val="1434908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235704-80BF-64BC-9BD3-B5EE8FCB1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unique_ptr</a:t>
            </a:r>
            <a:r>
              <a:rPr lang="ko-KR" altLang="en-US"/>
              <a:t>로 다 바꾸면</a:t>
            </a:r>
            <a:r>
              <a:rPr lang="en-US" altLang="ko-KR"/>
              <a:t>?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41B042-B513-52EB-C114-CCE8D942A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만약 </a:t>
            </a:r>
            <a:r>
              <a:rPr lang="en-US" altLang="ko-KR"/>
              <a:t>GameObject </a:t>
            </a:r>
            <a:r>
              <a:rPr lang="ko-KR" altLang="en-US"/>
              <a:t>가 </a:t>
            </a:r>
            <a:r>
              <a:rPr lang="en-US" altLang="ko-KR"/>
              <a:t>unique_ptr&lt;Component&gt; </a:t>
            </a:r>
            <a:r>
              <a:rPr lang="ko-KR" altLang="en-US"/>
              <a:t>로 관리한다면</a:t>
            </a:r>
            <a:r>
              <a:rPr lang="en-US" altLang="ko-KR"/>
              <a:t>?</a:t>
            </a:r>
          </a:p>
          <a:p>
            <a:endParaRPr lang="en-US" altLang="ko-KR"/>
          </a:p>
          <a:p>
            <a:endParaRPr lang="en-US" altLang="ko-KR"/>
          </a:p>
          <a:p>
            <a:pPr marL="0" indent="0">
              <a:buNone/>
            </a:pPr>
            <a:endParaRPr lang="en-US" altLang="ko-KR"/>
          </a:p>
          <a:p>
            <a:r>
              <a:rPr lang="ko-KR" altLang="en-US"/>
              <a:t>이 코드를 바꾼다고 생각하면</a:t>
            </a:r>
            <a:r>
              <a:rPr lang="en-US" altLang="ko-KR"/>
              <a:t>…</a:t>
            </a:r>
          </a:p>
          <a:p>
            <a:r>
              <a:rPr lang="ko-KR" altLang="en-US"/>
              <a:t>참조로 </a:t>
            </a:r>
            <a:r>
              <a:rPr lang="en-US" altLang="ko-KR"/>
              <a:t>Model</a:t>
            </a:r>
            <a:r>
              <a:rPr lang="ko-KR" altLang="en-US"/>
              <a:t>을 갖고있다가</a:t>
            </a:r>
            <a:r>
              <a:rPr lang="en-US" altLang="ko-KR"/>
              <a:t>, </a:t>
            </a:r>
            <a:r>
              <a:rPr lang="ko-KR" altLang="en-US"/>
              <a:t>검사한 후 사용해야 하는데</a:t>
            </a:r>
            <a:r>
              <a:rPr lang="en-US" altLang="ko-KR"/>
              <a:t>…</a:t>
            </a:r>
          </a:p>
          <a:p>
            <a:r>
              <a:rPr lang="en-US" altLang="ko-KR"/>
              <a:t>raw pointer</a:t>
            </a:r>
            <a:r>
              <a:rPr lang="ko-KR" altLang="en-US"/>
              <a:t>로 참조하고</a:t>
            </a:r>
            <a:r>
              <a:rPr lang="en-US" altLang="ko-KR"/>
              <a:t>, </a:t>
            </a:r>
            <a:r>
              <a:rPr lang="ko-KR" altLang="en-US"/>
              <a:t>해제만 안하기</a:t>
            </a:r>
            <a:r>
              <a:rPr lang="en-US" altLang="ko-KR"/>
              <a:t>?</a:t>
            </a:r>
          </a:p>
          <a:p>
            <a:pPr marL="0" indent="0">
              <a:buNone/>
            </a:pPr>
            <a:r>
              <a:rPr lang="en-US" altLang="ko-KR"/>
              <a:t>=&gt; raw pointer</a:t>
            </a:r>
            <a:r>
              <a:rPr lang="ko-KR" altLang="en-US"/>
              <a:t>를 쓰는 것 자체가 쿨하지 않네요</a:t>
            </a:r>
            <a:endParaRPr lang="en-US" altLang="ko-KR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1B1EDC-9D44-7B0C-02CC-5FA063496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73404"/>
            <a:ext cx="7534770" cy="132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2110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48A98-24CE-7315-C15F-2A8C56B19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6732BF-A67E-75A8-381F-5D9B0E325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뭐 어쩌라는겁니까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E6DF62-9FFF-CCB6-2271-F6CA110512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1. </a:t>
            </a:r>
            <a:r>
              <a:rPr lang="ko-KR" altLang="en-US"/>
              <a:t>컴포넌트가 처리할 때</a:t>
            </a:r>
            <a:r>
              <a:rPr lang="en-US" altLang="ko-KR"/>
              <a:t>, </a:t>
            </a:r>
            <a:r>
              <a:rPr lang="ko-KR" altLang="en-US"/>
              <a:t>게임오브젝트가 유효한지도 검사한다면 </a:t>
            </a:r>
            <a:r>
              <a:rPr lang="en-US" altLang="ko-KR"/>
              <a:t>shared_ptr </a:t>
            </a:r>
            <a:r>
              <a:rPr lang="ko-KR" altLang="en-US"/>
              <a:t>로 참조해도 괜찮습니다</a:t>
            </a:r>
            <a:r>
              <a:rPr lang="en-US" altLang="ko-KR"/>
              <a:t>.</a:t>
            </a:r>
          </a:p>
          <a:p>
            <a:r>
              <a:rPr lang="en-US" altLang="ko-KR"/>
              <a:t>2. </a:t>
            </a:r>
            <a:r>
              <a:rPr lang="ko-KR" altLang="en-US"/>
              <a:t>다만</a:t>
            </a:r>
            <a:r>
              <a:rPr lang="en-US" altLang="ko-KR"/>
              <a:t>, gathering object</a:t>
            </a:r>
            <a:r>
              <a:rPr lang="ko-KR" altLang="en-US"/>
              <a:t>는 </a:t>
            </a:r>
            <a:r>
              <a:rPr lang="en-US" altLang="ko-KR"/>
              <a:t>game object</a:t>
            </a:r>
            <a:r>
              <a:rPr lang="ko-KR" altLang="en-US"/>
              <a:t>가 갖고있는 소유권을 사용하는 것이니</a:t>
            </a:r>
            <a:r>
              <a:rPr lang="en-US" altLang="ko-KR"/>
              <a:t>, weaked_ptr</a:t>
            </a:r>
            <a:r>
              <a:rPr lang="ko-KR" altLang="en-US"/>
              <a:t>로 참조하는게 좋을겁니다</a:t>
            </a:r>
            <a:r>
              <a:rPr lang="en-US" altLang="ko-KR"/>
              <a:t>.</a:t>
            </a:r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892886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33ABCE-91C1-7539-C6D5-C88F3F30F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01804"/>
            <a:ext cx="10515600" cy="6255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/>
              <a:t>class </a:t>
            </a:r>
            <a:r>
              <a:rPr lang="ko-KR" altLang="en-US"/>
              <a:t>지원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  unique&lt;</a:t>
            </a:r>
            <a:r>
              <a:rPr lang="ko-KR" altLang="en-US"/>
              <a:t>지갑</a:t>
            </a:r>
            <a:r>
              <a:rPr lang="en-US" altLang="ko-KR"/>
              <a:t>&gt; m_</a:t>
            </a:r>
            <a:r>
              <a:rPr lang="ko-KR" altLang="en-US"/>
              <a:t>지갑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  shared_ptr&lt;</a:t>
            </a:r>
            <a:r>
              <a:rPr lang="ko-KR" altLang="en-US"/>
              <a:t>지갑</a:t>
            </a:r>
            <a:r>
              <a:rPr lang="en-US" altLang="ko-KR"/>
              <a:t>&gt; m_</a:t>
            </a:r>
            <a:r>
              <a:rPr lang="ko-KR" altLang="en-US"/>
              <a:t>공유지갑</a:t>
            </a:r>
            <a:endParaRPr lang="en-US" altLang="ko-KR"/>
          </a:p>
          <a:p>
            <a:pPr marL="0" indent="0">
              <a:buNone/>
            </a:pPr>
            <a:r>
              <a:rPr lang="ko-KR" altLang="en-US"/>
              <a:t>  </a:t>
            </a:r>
            <a:r>
              <a:rPr lang="en-US" altLang="ko-KR"/>
              <a:t>weaked_ptr&lt;</a:t>
            </a:r>
            <a:r>
              <a:rPr lang="ko-KR" altLang="en-US"/>
              <a:t>지갑</a:t>
            </a:r>
            <a:r>
              <a:rPr lang="en-US" altLang="ko-KR"/>
              <a:t>&gt; m_</a:t>
            </a:r>
            <a:r>
              <a:rPr lang="ko-KR" altLang="en-US"/>
              <a:t>가상지갑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  int </a:t>
            </a:r>
            <a:r>
              <a:rPr lang="ko-KR" altLang="en-US"/>
              <a:t>니</a:t>
            </a:r>
            <a:r>
              <a:rPr lang="en-US" altLang="ko-KR"/>
              <a:t>_</a:t>
            </a:r>
            <a:r>
              <a:rPr lang="ko-KR" altLang="en-US"/>
              <a:t>돈</a:t>
            </a:r>
            <a:r>
              <a:rPr lang="en-US" altLang="ko-KR"/>
              <a:t>_</a:t>
            </a:r>
            <a:r>
              <a:rPr lang="ko-KR" altLang="en-US"/>
              <a:t>얼마있냐</a:t>
            </a:r>
            <a:r>
              <a:rPr lang="en-US" altLang="ko-KR"/>
              <a:t>() { return m_</a:t>
            </a:r>
            <a:r>
              <a:rPr lang="ko-KR" altLang="en-US"/>
              <a:t>지갑</a:t>
            </a:r>
            <a:r>
              <a:rPr lang="en-US" altLang="ko-KR"/>
              <a:t>.</a:t>
            </a:r>
            <a:r>
              <a:rPr lang="ko-KR" altLang="en-US"/>
              <a:t>돈</a:t>
            </a:r>
            <a:r>
              <a:rPr lang="en-US" altLang="ko-KR"/>
              <a:t>; }</a:t>
            </a:r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r>
              <a:rPr lang="en-US" altLang="ko-KR"/>
              <a:t>(</a:t>
            </a:r>
            <a:r>
              <a:rPr lang="ko-KR" altLang="en-US"/>
              <a:t>외부 함수</a:t>
            </a:r>
            <a:r>
              <a:rPr lang="en-US" altLang="ko-KR"/>
              <a:t>)</a:t>
            </a:r>
          </a:p>
          <a:p>
            <a:pPr marL="0" indent="0">
              <a:buNone/>
            </a:pPr>
            <a:r>
              <a:rPr lang="en-US" altLang="ko-KR"/>
              <a:t>1. </a:t>
            </a:r>
            <a:r>
              <a:rPr lang="ko-KR" altLang="en-US"/>
              <a:t>지원인스탄스</a:t>
            </a:r>
            <a:r>
              <a:rPr lang="en-US" altLang="ko-KR"/>
              <a:t>.m_</a:t>
            </a:r>
            <a:r>
              <a:rPr lang="ko-KR" altLang="en-US"/>
              <a:t>지갑</a:t>
            </a:r>
            <a:r>
              <a:rPr lang="en-US" altLang="ko-KR"/>
              <a:t>.</a:t>
            </a:r>
            <a:r>
              <a:rPr lang="ko-KR" altLang="en-US"/>
              <a:t>돈    </a:t>
            </a:r>
            <a:r>
              <a:rPr lang="en-US" altLang="ko-KR"/>
              <a:t>&lt;&lt; </a:t>
            </a:r>
            <a:r>
              <a:rPr lang="ko-KR" altLang="en-US"/>
              <a:t>못읽음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2. </a:t>
            </a:r>
            <a:r>
              <a:rPr lang="ko-KR" altLang="en-US"/>
              <a:t>지원인스탄스</a:t>
            </a:r>
            <a:r>
              <a:rPr lang="en-US" altLang="ko-KR"/>
              <a:t>.m_</a:t>
            </a:r>
            <a:r>
              <a:rPr lang="ko-KR" altLang="en-US"/>
              <a:t>공유지갑</a:t>
            </a:r>
            <a:r>
              <a:rPr lang="en-US" altLang="ko-KR"/>
              <a:t>.</a:t>
            </a:r>
            <a:r>
              <a:rPr lang="ko-KR" altLang="en-US"/>
              <a:t>돈 </a:t>
            </a:r>
            <a:r>
              <a:rPr lang="en-US" altLang="ko-KR"/>
              <a:t>= 0</a:t>
            </a:r>
          </a:p>
          <a:p>
            <a:pPr marL="0" indent="0">
              <a:buNone/>
            </a:pPr>
            <a:r>
              <a:rPr lang="ko-KR" altLang="en-US"/>
              <a:t>지원인스탄스</a:t>
            </a:r>
            <a:r>
              <a:rPr lang="en-US" altLang="ko-KR"/>
              <a:t>.m_</a:t>
            </a:r>
            <a:r>
              <a:rPr lang="ko-KR" altLang="en-US"/>
              <a:t>공유지갑</a:t>
            </a:r>
            <a:r>
              <a:rPr lang="en-US" altLang="ko-KR"/>
              <a:t>.</a:t>
            </a:r>
            <a:r>
              <a:rPr lang="ko-KR" altLang="en-US"/>
              <a:t>카드값가져오기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3. if (</a:t>
            </a:r>
            <a:r>
              <a:rPr lang="ko-KR" altLang="en-US"/>
              <a:t>지원인스탄스</a:t>
            </a:r>
            <a:r>
              <a:rPr lang="en-US" altLang="ko-KR"/>
              <a:t>.m_</a:t>
            </a:r>
            <a:r>
              <a:rPr lang="ko-KR" altLang="en-US"/>
              <a:t>가상지갑</a:t>
            </a:r>
            <a:r>
              <a:rPr lang="en-US" altLang="ko-KR"/>
              <a:t>.expired() == false)</a:t>
            </a:r>
          </a:p>
          <a:p>
            <a:pPr marL="0" indent="0">
              <a:buNone/>
            </a:pPr>
            <a:r>
              <a:rPr lang="ko-KR" altLang="en-US"/>
              <a:t>    </a:t>
            </a:r>
            <a:r>
              <a:rPr lang="en-US" altLang="ko-KR"/>
              <a:t>auto </a:t>
            </a:r>
            <a:r>
              <a:rPr lang="ko-KR" altLang="en-US"/>
              <a:t>지갑 </a:t>
            </a:r>
            <a:r>
              <a:rPr lang="en-US" altLang="ko-KR"/>
              <a:t>= </a:t>
            </a:r>
            <a:r>
              <a:rPr lang="ko-KR" altLang="en-US"/>
              <a:t>지원인스탄스</a:t>
            </a:r>
            <a:r>
              <a:rPr lang="en-US" altLang="ko-KR"/>
              <a:t>.m_</a:t>
            </a:r>
            <a:r>
              <a:rPr lang="ko-KR" altLang="en-US"/>
              <a:t>가상지갑</a:t>
            </a:r>
            <a:r>
              <a:rPr lang="en-US" altLang="ko-KR"/>
              <a:t>.lock()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9106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435</Words>
  <Application>Microsoft Office PowerPoint</Application>
  <PresentationFormat>와이드스크린</PresentationFormat>
  <Paragraphs>66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스마트 포인터</vt:lpstr>
      <vt:lpstr>PowerPoint 프레젠테이션</vt:lpstr>
      <vt:lpstr>PowerPoint 프레젠테이션</vt:lpstr>
      <vt:lpstr>PowerPoint 프레젠테이션</vt:lpstr>
      <vt:lpstr>이 구조가 안좋게 되었다면</vt:lpstr>
      <vt:lpstr>unique_ptr로 다 바꾸면?</vt:lpstr>
      <vt:lpstr>뭐 어쩌라는겁니까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SungHyun Moon</dc:creator>
  <cp:lastModifiedBy>SungHyun Moon</cp:lastModifiedBy>
  <cp:revision>4</cp:revision>
  <dcterms:created xsi:type="dcterms:W3CDTF">2026-09-03T18:17:10Z</dcterms:created>
  <dcterms:modified xsi:type="dcterms:W3CDTF">2026-09-04T05:01:11Z</dcterms:modified>
</cp:coreProperties>
</file>