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141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7CAF1-3319-4253-BC77-97E7ED3CB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09A99F-D598-4525-900D-D36135BF1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B8705B-D94B-47BD-BA0D-0AEE960E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46E55-1D09-4BBC-B57F-200F75FB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D7D881-15E0-4E2E-8923-C1BFE248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53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5D2A6-ACCD-4B0F-8C98-034930F0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C77C44-C595-4788-8D3D-F41A790F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B4AAB-B08E-48BA-A89D-B24A2173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FE83D-F11D-4113-A8C7-B4D0D3F4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76A377-0172-46F4-87DA-A67DA42C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95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EB2A69-5EEC-4EF6-9581-D4B1A236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E13CA1-732F-4709-B804-42A9C44E5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9B0BC-0C0A-4B03-A9A5-7364DA5C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6434B-9880-4C4C-9E39-75F3105E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3AB6E-1A2E-4224-AC17-863D0F6A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07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8BEEF-8F75-4B64-8847-4D042429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2B3C1-21B3-4F02-9C86-9B4BA7D44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EC5E19-6996-4CAF-8FE7-A5FAE77E3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E597E5-F45F-447D-8050-5A467EC5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F26F83-38FA-41C4-BB4D-F02FCC54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6C33D2-0C5C-4487-B8B6-B783350F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08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5FB7-04B7-4642-B9C6-352156BC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22530E-183F-4DE9-9A94-6839041A7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123A08-84AB-4E28-AD0B-27527AFF0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DE2778-5992-4D4C-B70D-306BECD1B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79A63A-1153-4E31-9D76-4BBF08180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E35BBA-18F3-4D6F-A9C9-C9441F6D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FA8413-F0F8-4F13-ACA8-C1DB9515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305A14-2C51-4CD6-9CA7-206CD39B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49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10ED1-A05B-4258-A06D-6746FE4F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5354EA-8053-4D96-9123-11E4C218C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33BDA0-CE8B-4395-A269-71D930EA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C63B34-2CCD-4BB1-BC37-56A453AE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48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31DAE5-01FD-4D2A-A20B-DFDFE352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DF0F18-9923-443E-AD5D-D02957D1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0623A-C0B6-4697-B8F0-4B901824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94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53933-BAFC-45CB-A1F1-15F3C0C9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79BA49-BC87-449F-AD81-012934B67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961264-1C5A-49AD-8F52-3C3AE0DE0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7694B-A218-45D9-AD6D-7CAE13AB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28D1A6-1866-4850-B8D4-B65DF552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A809CE-8C38-49A7-A562-8884F082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5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4BCC2-E75E-4537-ABFC-4A9D5BC0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6867B-9401-4222-9805-8D3BE3FA6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498C13-52A3-4528-AF36-103263ADE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66159F-7C27-4CEF-BC8C-4B40EF9E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D65E1F-9273-4E5C-A4B8-37343B2B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8DC8CE-5FBA-4487-8B72-85AC6421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388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346BC-F753-45B4-BD59-2EA180D3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7EAF17-07AE-47E4-8570-EFA96D60F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C7936-9964-4986-AACC-25F92A6A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2A3C50-C2F8-4164-8053-0E8609BD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8F261-0C22-40A8-8BDD-5E6F4412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11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EE1005-5538-41E0-8FCE-68F0B5D6C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45FA4-F4B0-47BB-814B-5B0419B38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70A7F-CB9B-4523-BE2E-C67F1781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F7127-2AAA-48A1-AF39-5FD2756F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EC61F1-F59C-4E59-B30E-14939D0C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03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338515-2960-4D75-968A-872388DC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E43E42-F425-40FB-B8E8-ACB4EBA29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82C7F2-6073-4BD7-90D9-15B35AB2D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0CC2E-6F73-458F-B1C0-8046A71E9090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E19F29-60B9-425A-AAEA-2DCE076B0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58A74C-B71F-4078-BB7E-C29D58CCE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D0C3B-27F5-4076-BAA3-6BA4954DC5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73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D01D8-B4BD-470C-94E6-D7420151F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UI </a:t>
            </a:r>
            <a:r>
              <a:rPr lang="ko-KR" altLang="en-US" sz="5400" dirty="0"/>
              <a:t>애니메이션을 좀 더 쉽게</a:t>
            </a:r>
            <a:r>
              <a:rPr lang="en-US" altLang="ko-KR" sz="5400" dirty="0"/>
              <a:t>?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311B24-A1CE-41FB-B3A5-6B0A99D6D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55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33267-0240-4867-9C0C-2205B5F8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001" y="67733"/>
            <a:ext cx="6783732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7BF46D2-E267-4356-8CA5-D05D8423DA5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인생이란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55614-466A-4D6D-AF91-C10AB5224D41}"/>
              </a:ext>
            </a:extLst>
          </p:cNvPr>
          <p:cNvSpPr txBox="1"/>
          <p:nvPr/>
        </p:nvSpPr>
        <p:spPr>
          <a:xfrm>
            <a:off x="257267" y="1312715"/>
            <a:ext cx="3976066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같은 </a:t>
            </a:r>
            <a:r>
              <a:rPr lang="en-US" altLang="ko-KR" dirty="0"/>
              <a:t>UI</a:t>
            </a:r>
            <a:r>
              <a:rPr lang="ko-KR" altLang="en-US" dirty="0"/>
              <a:t>의 애니메이션 종료 후 후속 이벤트를 실행하는 기능은 있으나</a:t>
            </a:r>
            <a:r>
              <a:rPr lang="en-US" altLang="ko-KR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여러 </a:t>
            </a:r>
            <a:r>
              <a:rPr lang="en-US" altLang="ko-KR" dirty="0"/>
              <a:t>UI </a:t>
            </a:r>
            <a:r>
              <a:rPr lang="ko-KR" altLang="en-US" dirty="0"/>
              <a:t>사이의 순서와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조건까지 표현하는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타임라인은 없음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C308A8-7B58-4F97-9EFE-1E7CA1AE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867" y="5785448"/>
            <a:ext cx="1897201" cy="10725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421D1C-C0DF-4509-9C17-4B7D6A40B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867" y="4712896"/>
            <a:ext cx="1897201" cy="107255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DB12541-DDDF-4373-AA07-13796333F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8867" y="3640343"/>
            <a:ext cx="1897201" cy="107255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CE35BE-8B13-4662-8CDE-2C8730304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8867" y="2567789"/>
            <a:ext cx="1897201" cy="107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4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96FDAE-3927-46A0-A2B0-26004BAC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19" y="1400059"/>
            <a:ext cx="8558582" cy="4726672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7D3CE45-6EFD-4902-BD1B-638DBEAFA83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Ai</a:t>
            </a:r>
            <a:r>
              <a:rPr lang="ko-KR" altLang="en-US" dirty="0"/>
              <a:t> </a:t>
            </a:r>
            <a:r>
              <a:rPr lang="ko-KR" altLang="en-US" dirty="0" err="1"/>
              <a:t>왜케</a:t>
            </a:r>
            <a:r>
              <a:rPr lang="ko-KR" altLang="en-US" dirty="0"/>
              <a:t> 잘함</a:t>
            </a:r>
          </a:p>
        </p:txBody>
      </p:sp>
    </p:spTree>
    <p:extLst>
      <p:ext uri="{BB962C8B-B14F-4D97-AF65-F5344CB8AC3E}">
        <p14:creationId xmlns:p14="http://schemas.microsoft.com/office/powerpoint/2010/main" val="402481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C68F172B-E27A-48EA-A9E0-438BA4617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09037"/>
            <a:ext cx="3063659" cy="1789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설정창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오브젝트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UIAnimationPlayer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등장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팝업_등장.asset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강조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팝업_강조.asset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 퇴장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팝업_퇴장.asset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FA437-466D-4A20-B558-B3D3A2A215F1}"/>
              </a:ext>
            </a:extLst>
          </p:cNvPr>
          <p:cNvSpPr txBox="1"/>
          <p:nvPr/>
        </p:nvSpPr>
        <p:spPr>
          <a:xfrm>
            <a:off x="228600" y="3382833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팝업_등장.asset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1단계: 동시에 실행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├─ 배경 가림막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서서히_나타남.asset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└─ 팝업 본체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아래에서_등장.asset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2단계: 위 애니메이션이 모두 끝나면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├─ 제목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서서히_나타남.asset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└─ 확인 버튼 →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튀어오르기.asset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 연출 종료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E6EFC8-8A75-48FD-86CD-17095EB03065}"/>
              </a:ext>
            </a:extLst>
          </p:cNvPr>
          <p:cNvSpPr txBox="1"/>
          <p:nvPr/>
        </p:nvSpPr>
        <p:spPr>
          <a:xfrm>
            <a:off x="6324600" y="367606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서서히_</a:t>
            </a:r>
            <a:r>
              <a:rPr lang="ko-KR" altLang="en-US" dirty="0" err="1">
                <a:latin typeface="Arial" panose="020B0604020202020204" pitchFamily="34" charset="0"/>
              </a:rPr>
              <a:t>나타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함.asset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재생 시간: 0.3초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시작 지연: 0초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반복: 없음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위치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├─ 시작: 기준 위치에서 아래로 80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├─ 끝: 기준 위치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└─ 이징: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OutCubic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크기 배율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├─ 시작: 0.9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├─ 끝: 1.0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 └─ 이징: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OutBack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│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 알파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시작: 0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├─ 끝: 1</a:t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└─ 이징: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OutSine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1FED105-99C1-4E93-9FE9-4132159F3AA6}"/>
              </a:ext>
            </a:extLst>
          </p:cNvPr>
          <p:cNvSpPr txBox="1">
            <a:spLocks/>
          </p:cNvSpPr>
          <p:nvPr/>
        </p:nvSpPr>
        <p:spPr>
          <a:xfrm>
            <a:off x="228600" y="36160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이렇게 </a:t>
            </a:r>
            <a:r>
              <a:rPr lang="ko-KR" altLang="en-US" dirty="0" err="1"/>
              <a:t>구성해야겠다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27F3F8-EACA-48DB-87F5-CEA031E709CF}"/>
              </a:ext>
            </a:extLst>
          </p:cNvPr>
          <p:cNvCxnSpPr>
            <a:cxnSpLocks/>
          </p:cNvCxnSpPr>
          <p:nvPr/>
        </p:nvCxnSpPr>
        <p:spPr>
          <a:xfrm flipH="1">
            <a:off x="1600200" y="3166533"/>
            <a:ext cx="567267" cy="216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25F0A0F-7C52-4467-BC67-B17F9C382096}"/>
              </a:ext>
            </a:extLst>
          </p:cNvPr>
          <p:cNvCxnSpPr/>
          <p:nvPr/>
        </p:nvCxnSpPr>
        <p:spPr>
          <a:xfrm flipV="1">
            <a:off x="3970867" y="668867"/>
            <a:ext cx="2353733" cy="3539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761192-AC33-4E02-A1A0-18E1A61D0825}"/>
              </a:ext>
            </a:extLst>
          </p:cNvPr>
          <p:cNvSpPr txBox="1"/>
          <p:nvPr/>
        </p:nvSpPr>
        <p:spPr>
          <a:xfrm>
            <a:off x="5496984" y="6189133"/>
            <a:ext cx="6618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설정창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오브젝트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인스펙터에서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asset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받아서 호출만 하면 되게</a:t>
            </a:r>
          </a:p>
        </p:txBody>
      </p:sp>
    </p:spTree>
    <p:extLst>
      <p:ext uri="{BB962C8B-B14F-4D97-AF65-F5344CB8AC3E}">
        <p14:creationId xmlns:p14="http://schemas.microsoft.com/office/powerpoint/2010/main" val="47756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239</Words>
  <Application>Microsoft Office PowerPoint</Application>
  <PresentationFormat>와이드스크린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UI 애니메이션을 좀 더 쉽게?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애니메이션을 좀 더 쉽게?</dc:title>
  <dc:creator>기현 김</dc:creator>
  <cp:lastModifiedBy>기현 김</cp:lastModifiedBy>
  <cp:revision>3</cp:revision>
  <dcterms:created xsi:type="dcterms:W3CDTF">2026-10-27T04:09:07Z</dcterms:created>
  <dcterms:modified xsi:type="dcterms:W3CDTF">2026-10-27T04:28:26Z</dcterms:modified>
</cp:coreProperties>
</file>