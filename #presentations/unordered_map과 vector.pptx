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5B856-0F6C-41C2-B6AC-3B5AA18B1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6BCA38-DB04-4B9A-BC12-A17391B7D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6D1991-BEF4-475B-A45C-3A907894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FEEAE-BBF3-4289-B343-3A432A2E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E91EBE-3FE3-44E5-ABF9-1CE242F9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99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32C67-533D-4BE0-BAB7-2FAF712B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6F9F3A-5671-4A88-B9EA-CA5E5196C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87106-8A7D-4A29-885C-3E738165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FCC88-F1B1-4FFC-8EC1-027A8733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D0816-A807-4FDE-9DEE-F6358594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93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526AA-CCCA-4101-8D3A-8808FAA7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BCA44A-D063-47F4-A655-E1F86A446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1A2E2-B295-4408-9DA3-02F062B5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A8058-E5CD-43F9-877B-2138A233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BF0B7-C0A9-4AE3-8FA4-C0731A01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3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46233-3CBA-448C-9C93-D9D4BCA0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C5A84-3BC6-4C43-BDE3-062805FAF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A72569-AA54-4378-A032-5219D02E2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E7CB2-D21A-4245-A0B9-C0F85DDC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D9E057-F168-4B37-BE0A-0D5223DE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C05568-8256-42B1-B270-2F4C0556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49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93272-A12F-4B02-B043-D221FA81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72ACA0-D5AD-4C5D-84F4-740B79E2B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79F7A2-D9A8-48DD-8591-963C8B6B3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C24F7A-0AE2-4BA7-AF12-0A901264C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B5A25E-E864-4382-BAA2-D76C85B71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48FD4F-0E6F-4AC8-9EDE-7FD84567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7B8BEA-410F-4C03-BB7C-2191BEE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2E76DF-58CF-4023-B275-1A0210A1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05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3E817-F7CD-49BC-8E3A-27FA9768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69B333-26AB-481B-9C33-E7E47BEC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5206BA-D9CA-4472-8DF2-81E2A5D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2CB96B-6127-4F7A-B717-BAA4E445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86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8A5BAA-8889-49FC-91CC-1C3AAF17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F8ACE3-C686-430D-87B8-88B56B4F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AB0CAC-16B1-4B91-9CB5-C8ED5A90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65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FA6EE-F709-4337-87D6-8D15FA93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B56FE-B953-48E6-9792-C7C933C32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A644E0-68A0-47BA-8328-BCD0CADA5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34D4E5-F66C-49F7-9A51-BC7A115D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589F9-43EA-4097-81E3-C2163207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418394-3D28-4045-802A-0F04E0C8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32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E0ABE-BE49-4A1A-9FDC-C26AA4F4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97B3BF-CCAC-46D7-9698-BA2C23027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5D3A0-BCDA-4F5C-A6B2-2DB0BAD6F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9B77A6-396F-4A6F-BF11-C4E38B00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648724-28FE-44AC-88CD-DF790E65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8F7464-1A8D-4A36-8DA5-97537A3A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73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88A47-9E2D-47EF-8C97-0405FCAC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A0EBBC-2EB5-454F-A99F-DF445D094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87461-1E66-411E-BAD1-96974816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B86235-BCA4-4DAD-AA2D-3A6043FCA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CE4E0-9D95-4E97-863C-A6A54005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0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4A7EFF-A9D8-4954-867F-4A3BCC9A2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989CD7-469C-4B63-8958-7C0696D72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D7B0B7-C498-4046-AE50-0A813CCB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201494-9F42-4C20-8BB7-98D31C1BB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4A881-3C37-41C0-A958-D7EB43B1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90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5B90-E4CE-4EB8-9966-01392459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38EFCF-B1B4-4FAB-A48E-8535BB4FF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62612-911C-4CFF-9A6F-A231F7923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05B19-B353-4B93-AF8B-DA81F7840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488D15-8542-448E-A8B6-979F8CA6F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49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CE1D9-F192-464B-95F0-900D846409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unordered_map</a:t>
            </a:r>
            <a:r>
              <a:rPr lang="ko-KR" altLang="en-US" dirty="0"/>
              <a:t>과 </a:t>
            </a:r>
            <a:r>
              <a:rPr lang="en-US" altLang="ko-KR" dirty="0"/>
              <a:t>vector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8AE3A9-4A0B-4F80-B173-C7AFD4EE6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급하게 만들었더니 고칠 게 너무 많아요</a:t>
            </a:r>
          </a:p>
        </p:txBody>
      </p:sp>
    </p:spTree>
    <p:extLst>
      <p:ext uri="{BB962C8B-B14F-4D97-AF65-F5344CB8AC3E}">
        <p14:creationId xmlns:p14="http://schemas.microsoft.com/office/powerpoint/2010/main" val="66613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60F3-6A77-4F74-9680-7BE1E117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DNF DUEL</a:t>
            </a:r>
            <a:r>
              <a:rPr lang="ko-KR" altLang="en-US" dirty="0"/>
              <a:t>에서 </a:t>
            </a:r>
            <a:r>
              <a:rPr lang="en-US" altLang="ko-KR" dirty="0"/>
              <a:t>UI </a:t>
            </a:r>
            <a:r>
              <a:rPr lang="ko-KR" altLang="en-US" dirty="0"/>
              <a:t>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F6268-4BD5-4827-9652-BB6F52F44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0818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ko-KR" dirty="0" err="1"/>
              <a:t>unordered_map</a:t>
            </a:r>
            <a:r>
              <a:rPr lang="ko-KR" altLang="en-US" dirty="0"/>
              <a:t>으로 저장함</a:t>
            </a:r>
            <a:endParaRPr lang="en-US" altLang="ko-KR" dirty="0"/>
          </a:p>
          <a:p>
            <a:pPr>
              <a:lnSpc>
                <a:spcPct val="125000"/>
              </a:lnSpc>
            </a:pPr>
            <a:r>
              <a:rPr lang="en-US" altLang="ko-KR" dirty="0" err="1"/>
              <a:t>Find_UIGameObject</a:t>
            </a:r>
            <a:r>
              <a:rPr lang="ko-KR" altLang="en-US" dirty="0"/>
              <a:t>가 </a:t>
            </a:r>
            <a:r>
              <a:rPr lang="en-US" altLang="ko-KR" dirty="0"/>
              <a:t>230</a:t>
            </a:r>
            <a:r>
              <a:rPr lang="ko-KR" altLang="en-US" dirty="0"/>
              <a:t>군데 정도 쓰이고 있음</a:t>
            </a:r>
            <a:endParaRPr lang="en-US" altLang="ko-KR" dirty="0"/>
          </a:p>
          <a:p>
            <a:pPr>
              <a:lnSpc>
                <a:spcPct val="125000"/>
              </a:lnSpc>
            </a:pPr>
            <a:endParaRPr lang="en-US" altLang="ko-KR" dirty="0"/>
          </a:p>
          <a:p>
            <a:pPr>
              <a:lnSpc>
                <a:spcPct val="125000"/>
              </a:lnSpc>
            </a:pPr>
            <a:endParaRPr lang="en-US" altLang="ko-KR" dirty="0"/>
          </a:p>
          <a:p>
            <a:pPr>
              <a:lnSpc>
                <a:spcPct val="125000"/>
              </a:lnSpc>
            </a:pPr>
            <a:r>
              <a:rPr lang="en-US" altLang="ko-KR" sz="2000" dirty="0"/>
              <a:t>Current</a:t>
            </a:r>
            <a:r>
              <a:rPr lang="ko-KR" altLang="en-US" sz="2000" dirty="0"/>
              <a:t>와 </a:t>
            </a:r>
            <a:r>
              <a:rPr lang="en-US" altLang="ko-KR" sz="2000" dirty="0"/>
              <a:t>Next</a:t>
            </a:r>
            <a:r>
              <a:rPr lang="ko-KR" altLang="en-US" sz="2000" dirty="0"/>
              <a:t>를 왜 나눴냐 </a:t>
            </a:r>
            <a:r>
              <a:rPr lang="en-US" altLang="ko-KR" sz="2000" dirty="0"/>
              <a:t>: </a:t>
            </a:r>
            <a:r>
              <a:rPr lang="ko-KR" altLang="en-US" sz="2000" dirty="0"/>
              <a:t>다음 레벨을 </a:t>
            </a:r>
            <a:r>
              <a:rPr lang="ko-KR" altLang="en-US" sz="2000" dirty="0" err="1"/>
              <a:t>로딩하고</a:t>
            </a:r>
            <a:r>
              <a:rPr lang="ko-KR" altLang="en-US" sz="2000" dirty="0"/>
              <a:t> 넣었으며</a:t>
            </a:r>
            <a:r>
              <a:rPr lang="en-US" altLang="ko-KR" sz="2000" dirty="0"/>
              <a:t>, </a:t>
            </a:r>
            <a:r>
              <a:rPr lang="ko-KR" altLang="en-US" sz="2000" dirty="0"/>
              <a:t>로딩 다 되면 </a:t>
            </a:r>
            <a:r>
              <a:rPr lang="en-US" altLang="ko-KR" sz="2000" dirty="0"/>
              <a:t>Current </a:t>
            </a:r>
            <a:r>
              <a:rPr lang="ko-KR" altLang="en-US" sz="2000" dirty="0"/>
              <a:t>비우고 </a:t>
            </a:r>
            <a:r>
              <a:rPr lang="en-US" altLang="ko-KR" sz="2000" dirty="0" err="1"/>
              <a:t>NextUI</a:t>
            </a:r>
            <a:r>
              <a:rPr lang="ko-KR" altLang="en-US" sz="2000" dirty="0"/>
              <a:t>를 </a:t>
            </a:r>
            <a:r>
              <a:rPr lang="en-US" altLang="ko-KR" sz="2000" dirty="0"/>
              <a:t>current</a:t>
            </a:r>
            <a:r>
              <a:rPr lang="ko-KR" altLang="en-US" sz="2000" dirty="0"/>
              <a:t>에 넣었음</a:t>
            </a:r>
            <a:endParaRPr lang="en-US" altLang="ko-KR" sz="2000" dirty="0"/>
          </a:p>
          <a:p>
            <a:pPr>
              <a:lnSpc>
                <a:spcPct val="125000"/>
              </a:lnSpc>
            </a:pPr>
            <a:endParaRPr lang="en-US" altLang="ko-KR" sz="2000" dirty="0"/>
          </a:p>
          <a:p>
            <a:pPr>
              <a:lnSpc>
                <a:spcPct val="125000"/>
              </a:lnSpc>
            </a:pPr>
            <a:r>
              <a:rPr lang="en-US" altLang="ko-KR" sz="2400" dirty="0" err="1"/>
              <a:t>UI_Tool</a:t>
            </a:r>
            <a:r>
              <a:rPr lang="ko-KR" altLang="en-US" sz="2400" dirty="0"/>
              <a:t>에서는 </a:t>
            </a:r>
            <a:r>
              <a:rPr lang="en-US" altLang="ko-KR" sz="2400" dirty="0"/>
              <a:t>vector</a:t>
            </a:r>
            <a:r>
              <a:rPr lang="ko-KR" altLang="en-US" sz="2400" dirty="0"/>
              <a:t>로 저장 중임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B612EB-769F-4349-A623-0A260F76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06" y="3429000"/>
            <a:ext cx="4777309" cy="86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1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60F3-6A77-4F74-9680-7BE1E117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하지만 매 프레임 순회를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F6268-4BD5-4827-9652-BB6F52F44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ko-KR" altLang="en-US" sz="2400" dirty="0"/>
              <a:t>매 프레임 순회를 하는데 </a:t>
            </a:r>
            <a:r>
              <a:rPr lang="en-US" altLang="ko-KR" sz="2400" dirty="0" err="1"/>
              <a:t>unordered_map</a:t>
            </a:r>
            <a:r>
              <a:rPr lang="ko-KR" altLang="en-US" sz="2400" dirty="0"/>
              <a:t>을 쓴다</a:t>
            </a:r>
            <a:r>
              <a:rPr lang="en-US" altLang="ko-KR" sz="2400" dirty="0"/>
              <a:t>? </a:t>
            </a:r>
            <a:r>
              <a:rPr lang="ko-KR" altLang="en-US" sz="2400" dirty="0"/>
              <a:t>효율 떨어짐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ko-KR" altLang="en-US" sz="2400" dirty="0"/>
              <a:t>근데 탐색을 </a:t>
            </a:r>
            <a:r>
              <a:rPr lang="ko-KR" altLang="en-US" sz="2400" dirty="0" err="1"/>
              <a:t>안할</a:t>
            </a:r>
            <a:r>
              <a:rPr lang="ko-KR" altLang="en-US" sz="2400" dirty="0"/>
              <a:t> 수는 </a:t>
            </a:r>
            <a:r>
              <a:rPr lang="ko-KR" altLang="en-US" sz="2400" dirty="0" err="1"/>
              <a:t>없잖아요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ko-KR" altLang="en-US" sz="2400" dirty="0"/>
              <a:t>그래서 </a:t>
            </a:r>
            <a:r>
              <a:rPr lang="en-US" altLang="ko-KR" sz="2400" dirty="0"/>
              <a:t>vector</a:t>
            </a:r>
            <a:r>
              <a:rPr lang="ko-KR" altLang="en-US" sz="2400" dirty="0"/>
              <a:t>랑 함께 쓰기로 결심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en-US" altLang="ko-KR" sz="2400" dirty="0" err="1"/>
              <a:t>unordered_map</a:t>
            </a:r>
            <a:r>
              <a:rPr lang="ko-KR" altLang="en-US" sz="2400" dirty="0"/>
              <a:t> </a:t>
            </a:r>
            <a:r>
              <a:rPr lang="en-US" altLang="ko-KR" sz="2400" dirty="0"/>
              <a:t>-</a:t>
            </a:r>
            <a:r>
              <a:rPr lang="ko-KR" altLang="en-US" sz="2400" dirty="0"/>
              <a:t> </a:t>
            </a:r>
            <a:r>
              <a:rPr lang="en-US" altLang="ko-KR" sz="2400" dirty="0"/>
              <a:t>key(</a:t>
            </a:r>
            <a:r>
              <a:rPr lang="ko-KR" altLang="en-US" sz="2400" dirty="0"/>
              <a:t>오브젝트 이름</a:t>
            </a:r>
            <a:r>
              <a:rPr lang="en-US" altLang="ko-KR" sz="2400" dirty="0"/>
              <a:t>)</a:t>
            </a:r>
            <a:r>
              <a:rPr lang="ko-KR" altLang="en-US" sz="2400" dirty="0"/>
              <a:t>랑 </a:t>
            </a:r>
            <a:r>
              <a:rPr lang="en-US" altLang="ko-KR" sz="2400" dirty="0"/>
              <a:t>vector</a:t>
            </a:r>
            <a:r>
              <a:rPr lang="ko-KR" altLang="en-US" sz="2400" dirty="0"/>
              <a:t>의 </a:t>
            </a:r>
            <a:r>
              <a:rPr lang="en-US" altLang="ko-KR" sz="2400" dirty="0"/>
              <a:t>index</a:t>
            </a:r>
            <a:r>
              <a:rPr lang="ko-KR" altLang="en-US" sz="2400" dirty="0"/>
              <a:t>를 쌍으로 갖기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en-US" altLang="ko-KR" sz="2400" dirty="0"/>
              <a:t>vector</a:t>
            </a:r>
            <a:r>
              <a:rPr lang="ko-KR" altLang="en-US" sz="2400" dirty="0"/>
              <a:t>는 실제 오브젝트 포인터들을 가지고 전체 순회하도록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17317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60F3-6A77-4F74-9680-7BE1E117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완벽한가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F6268-4BD5-4827-9652-BB6F52F44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5000"/>
              </a:lnSpc>
            </a:pPr>
            <a:r>
              <a:rPr lang="en-US" altLang="ko-KR" sz="2400" dirty="0"/>
              <a:t>vector</a:t>
            </a:r>
            <a:r>
              <a:rPr lang="ko-KR" altLang="en-US" sz="2400" dirty="0"/>
              <a:t>가 포인터를 원소로 가지고 있으면 객체 자체는 메모리가 연속되어 있는 건 아님</a:t>
            </a:r>
            <a:r>
              <a:rPr lang="en-US" altLang="ko-KR" sz="2400" dirty="0"/>
              <a:t>. </a:t>
            </a:r>
            <a:r>
              <a:rPr lang="ko-KR" altLang="en-US" sz="2400" dirty="0"/>
              <a:t>각 원소마다 포인터로 타고 가야해서 완전한 캐시 효율이 나오지 않음</a:t>
            </a:r>
            <a:r>
              <a:rPr lang="en-US" altLang="ko-KR" sz="2400" dirty="0"/>
              <a:t>.</a:t>
            </a:r>
          </a:p>
          <a:p>
            <a:pPr>
              <a:lnSpc>
                <a:spcPct val="125000"/>
              </a:lnSpc>
            </a:pPr>
            <a:r>
              <a:rPr lang="ko-KR" altLang="en-US" sz="2400" dirty="0"/>
              <a:t>그래도</a:t>
            </a:r>
            <a:r>
              <a:rPr lang="en-US" altLang="ko-KR" sz="2400" dirty="0"/>
              <a:t>.. </a:t>
            </a:r>
            <a:r>
              <a:rPr lang="en-US" altLang="ko-KR" sz="2400" dirty="0" err="1"/>
              <a:t>unordered_map</a:t>
            </a:r>
            <a:r>
              <a:rPr lang="en-US" altLang="ko-KR" sz="2400" dirty="0"/>
              <a:t> </a:t>
            </a:r>
            <a:r>
              <a:rPr lang="ko-KR" altLang="en-US" sz="2400" dirty="0"/>
              <a:t>으로 순회할 때보단 </a:t>
            </a:r>
            <a:r>
              <a:rPr lang="ko-KR" altLang="en-US" sz="2400" dirty="0" err="1"/>
              <a:t>훨</a:t>
            </a:r>
            <a:r>
              <a:rPr lang="ko-KR" altLang="en-US" sz="2400" dirty="0"/>
              <a:t> 낫다</a:t>
            </a:r>
            <a:r>
              <a:rPr lang="en-US" altLang="ko-KR" sz="2400" dirty="0"/>
              <a:t>..</a:t>
            </a:r>
          </a:p>
          <a:p>
            <a:pPr>
              <a:lnSpc>
                <a:spcPct val="125000"/>
              </a:lnSpc>
            </a:pPr>
            <a:r>
              <a:rPr lang="ko-KR" altLang="en-US" sz="2400" dirty="0"/>
              <a:t>대신 삭제할 때 특히 </a:t>
            </a:r>
            <a:r>
              <a:rPr lang="en-US" altLang="ko-KR" sz="2400" dirty="0"/>
              <a:t>index</a:t>
            </a:r>
            <a:r>
              <a:rPr lang="ko-KR" altLang="en-US" sz="2400" dirty="0"/>
              <a:t>가 틀어지지 않도록 두 자료구조를 관리해야 함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ko-KR" altLang="en-US" sz="2400" dirty="0"/>
              <a:t>번외로 </a:t>
            </a:r>
            <a:r>
              <a:rPr lang="en-US" altLang="ko-KR" sz="2400" dirty="0"/>
              <a:t>UI </a:t>
            </a:r>
            <a:r>
              <a:rPr lang="ko-KR" altLang="en-US" sz="2400" dirty="0"/>
              <a:t>소유권 문제도 바꾸고 싶은데 그러면 </a:t>
            </a:r>
            <a:r>
              <a:rPr lang="en-US" altLang="ko-KR" sz="2400" dirty="0"/>
              <a:t>vector&lt;</a:t>
            </a:r>
            <a:r>
              <a:rPr lang="en-US" altLang="ko-KR" sz="2400" dirty="0" err="1"/>
              <a:t>shared_ptr</a:t>
            </a:r>
            <a:r>
              <a:rPr lang="en-US" altLang="ko-KR" sz="2400" dirty="0"/>
              <a:t>&lt;UI&gt;&gt;</a:t>
            </a:r>
            <a:r>
              <a:rPr lang="ko-KR" altLang="en-US" sz="2400" dirty="0"/>
              <a:t>가 아니라 </a:t>
            </a:r>
            <a:r>
              <a:rPr lang="en-US" altLang="ko-KR" sz="2400" dirty="0" err="1"/>
              <a:t>unique_ptr</a:t>
            </a:r>
            <a:r>
              <a:rPr lang="ko-KR" altLang="en-US" sz="2400" dirty="0"/>
              <a:t>로 바꿔야 할 거 같은데 </a:t>
            </a:r>
            <a:r>
              <a:rPr lang="ko-KR" altLang="en-US" sz="2400" dirty="0" err="1"/>
              <a:t>글면</a:t>
            </a:r>
            <a:r>
              <a:rPr lang="ko-KR" altLang="en-US" sz="2400" dirty="0"/>
              <a:t> 생성 방식도 바꿔야 해서 보류</a:t>
            </a:r>
            <a:r>
              <a:rPr lang="en-US" altLang="ko-KR" sz="2400" dirty="0"/>
              <a:t>….</a:t>
            </a:r>
            <a:r>
              <a:rPr lang="ko-KR" altLang="en-US" sz="2400"/>
              <a:t>🥲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365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196</Words>
  <Application>Microsoft Office PowerPoint</Application>
  <PresentationFormat>와이드스크린</PresentationFormat>
  <Paragraphs>22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unordered_map과 vector</vt:lpstr>
      <vt:lpstr>DNF DUEL에서 UI 저장</vt:lpstr>
      <vt:lpstr>하지만 매 프레임 순회를..</vt:lpstr>
      <vt:lpstr>완벽한가?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unordered_map과 vector</dc:title>
  <dc:creator>기현 김</dc:creator>
  <cp:lastModifiedBy>기현 김</cp:lastModifiedBy>
  <cp:revision>3</cp:revision>
  <dcterms:created xsi:type="dcterms:W3CDTF">2026-10-06T04:03:33Z</dcterms:created>
  <dcterms:modified xsi:type="dcterms:W3CDTF">2026-10-06T04:14:53Z</dcterms:modified>
</cp:coreProperties>
</file>