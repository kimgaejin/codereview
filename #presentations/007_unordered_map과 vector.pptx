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98" d="100"/>
          <a:sy n="98" d="100"/>
        </p:scale>
        <p:origin x="53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25B856-0F6C-41C2-B6AC-3B5AA18B1C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26BCA38-DB04-4B9A-BC12-A17391B7D5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6D1991-BEF4-475B-A45C-3A907894E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52C19-FCF8-4F6E-A684-8C89982D2ED3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C2FEEAE-BBF3-4289-B343-3A432A2E5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E91EBE-3FE3-44E5-ABF9-1CE242F98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2EA19-300C-4742-ADE9-517DB1F48E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2998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F32C67-533D-4BE0-BAB7-2FAF712B8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36F9F3A-5671-4A88-B9EA-CA5E5196C3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C87106-8A7D-4A29-885C-3E7381658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52C19-FCF8-4F6E-A684-8C89982D2ED3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4FCC88-F1B1-4FFC-8EC1-027A8733A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8BD0816-A807-4FDE-9DEE-F63585943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2EA19-300C-4742-ADE9-517DB1F48E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3930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7526AA-CCCA-4101-8D3A-8808FAA7D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FBCA44A-D063-47F4-A655-E1F86A4461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8F1A2E2-B295-4408-9DA3-02F062B5B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52C19-FCF8-4F6E-A684-8C89982D2ED3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1A8058-E5CD-43F9-877B-2138A233C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FABF0B7-C0A9-4AE3-8FA4-C0731A019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2EA19-300C-4742-ADE9-517DB1F48E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5139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46233-3CBA-448C-9C93-D9D4BCA09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29C5A84-3BC6-4C43-BDE3-062805FAF1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2A72569-AA54-4378-A032-5219D02E2B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E8E7CB2-D21A-4245-A0B9-C0F85DDCA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52C19-FCF8-4F6E-A684-8C89982D2ED3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7D9E057-F168-4B37-BE0A-0D5223DE9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8C05568-8256-42B1-B270-2F4C0556E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2EA19-300C-4742-ADE9-517DB1F48E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6493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693272-A12F-4B02-B043-D221FA819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472ACA0-D5AD-4C5D-84F4-740B79E2BE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679F7A2-D9A8-48DD-8591-963C8B6B3F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9C24F7A-0AE2-4BA7-AF12-0A901264C7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BB5A25E-E864-4382-BAA2-D76C85B71C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948FD4F-0E6F-4AC8-9EDE-7FD845678C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52C19-FCF8-4F6E-A684-8C89982D2ED3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B7B8BEA-410F-4C03-BB7C-2191BEEAC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B2E76DF-58CF-4023-B275-1A0210A1A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2EA19-300C-4742-ADE9-517DB1F48E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40514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53E817-F7CD-49BC-8E3A-27FA9768B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A69B333-26AB-481B-9C33-E7E47BEC6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52C19-FCF8-4F6E-A684-8C89982D2ED3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A5206BA-D9CA-4472-8DF2-81E2A5D66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D2CB96B-6127-4F7A-B717-BAA4E445A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2EA19-300C-4742-ADE9-517DB1F48E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3860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58A5BAA-8889-49FC-91CC-1C3AAF179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52C19-FCF8-4F6E-A684-8C89982D2ED3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9F8ACE3-C686-430D-87B8-88B56B4F9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6AB0CAC-16B1-4B91-9CB5-C8ED5A90F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2EA19-300C-4742-ADE9-517DB1F48E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8653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6FA6EE-F709-4337-87D6-8D15FA934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CB56FE-B953-48E6-9792-C7C933C32B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8A644E0-68A0-47BA-8328-BCD0CADA52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034D4E5-F66C-49F7-9A51-BC7A115D2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52C19-FCF8-4F6E-A684-8C89982D2ED3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CC589F9-43EA-4097-81E3-C2163207B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A418394-3D28-4045-802A-0F04E0C8D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2EA19-300C-4742-ADE9-517DB1F48E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9320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9E0ABE-BE49-4A1A-9FDC-C26AA4F4F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997B3BF-CCAC-46D7-9698-BA2C23027B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325D3A0-BCDA-4F5C-A6B2-2DB0BAD6FA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59B77A6-396F-4A6F-BF11-C4E38B00A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52C19-FCF8-4F6E-A684-8C89982D2ED3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648724-28FE-44AC-88CD-DF790E659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98F7464-1A8D-4A36-8DA5-97537A3A3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2EA19-300C-4742-ADE9-517DB1F48E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573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088A47-9E2D-47EF-8C97-0405FCAC2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CA0EBBC-2EB5-454F-A99F-DF445D0944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487461-1E66-411E-BAD1-969748167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52C19-FCF8-4F6E-A684-8C89982D2ED3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B86235-BCA4-4DAD-AA2D-3A6043FCA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E7CE4E0-9D95-4E97-863C-A6A54005F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2EA19-300C-4742-ADE9-517DB1F48E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407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54A7EFF-A9D8-4954-867F-4A3BCC9A21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8989CD7-469C-4B63-8958-7C0696D72E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4D7B0B7-C498-4046-AE50-0A813CCB0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52C19-FCF8-4F6E-A684-8C89982D2ED3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2201494-9F42-4C20-8BB7-98D31C1BB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E54A881-3C37-41C0-A958-D7EB43B16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2EA19-300C-4742-ADE9-517DB1F48E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1902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9595B90-E4CE-4EB8-9966-013924598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B38EFCF-B1B4-4FAB-A48E-8535BB4FF4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262612-911C-4CFF-9A6F-A231F79239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52C19-FCF8-4F6E-A684-8C89982D2ED3}" type="datetimeFigureOut">
              <a:rPr lang="ko-KR" altLang="en-US" smtClean="0"/>
              <a:t>2026-10-06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005B19-B353-4B93-AF8B-DA81F78408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7488D15-8542-448E-A8B6-979F8CA6FB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02EA19-300C-4742-ADE9-517DB1F48E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8496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BCE1D9-F192-464B-95F0-900D8464098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err="1"/>
              <a:t>unordered_map</a:t>
            </a:r>
            <a:r>
              <a:rPr lang="ko-KR" altLang="en-US" dirty="0"/>
              <a:t>과 </a:t>
            </a:r>
            <a:r>
              <a:rPr lang="en-US" altLang="ko-KR" dirty="0"/>
              <a:t>vector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78AE3A9-4A0B-4F80-B173-C7AFD4EE6B5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급하게 만들었더니 고칠 게 너무 많아요</a:t>
            </a:r>
          </a:p>
        </p:txBody>
      </p:sp>
    </p:spTree>
    <p:extLst>
      <p:ext uri="{BB962C8B-B14F-4D97-AF65-F5344CB8AC3E}">
        <p14:creationId xmlns:p14="http://schemas.microsoft.com/office/powerpoint/2010/main" val="6661326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7D60F3-6A77-4F74-9680-7BE1E1178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DNF DUEL</a:t>
            </a:r>
            <a:r>
              <a:rPr lang="ko-KR" altLang="en-US" dirty="0"/>
              <a:t>에서 </a:t>
            </a:r>
            <a:r>
              <a:rPr lang="en-US" altLang="ko-KR" dirty="0"/>
              <a:t>UI </a:t>
            </a:r>
            <a:r>
              <a:rPr lang="ko-KR" altLang="en-US" dirty="0"/>
              <a:t>저장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FF6268-4BD5-4827-9652-BB6F52F44F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30818"/>
          </a:xfrm>
        </p:spPr>
        <p:txBody>
          <a:bodyPr>
            <a:normAutofit/>
          </a:bodyPr>
          <a:lstStyle/>
          <a:p>
            <a:pPr>
              <a:lnSpc>
                <a:spcPct val="125000"/>
              </a:lnSpc>
            </a:pPr>
            <a:r>
              <a:rPr lang="en-US" altLang="ko-KR" dirty="0" err="1"/>
              <a:t>unordered_map</a:t>
            </a:r>
            <a:r>
              <a:rPr lang="ko-KR" altLang="en-US" dirty="0"/>
              <a:t>으로 저장함</a:t>
            </a:r>
            <a:endParaRPr lang="en-US" altLang="ko-KR" dirty="0"/>
          </a:p>
          <a:p>
            <a:pPr>
              <a:lnSpc>
                <a:spcPct val="125000"/>
              </a:lnSpc>
            </a:pPr>
            <a:r>
              <a:rPr lang="en-US" altLang="ko-KR" dirty="0" err="1"/>
              <a:t>Find_UIGameObject</a:t>
            </a:r>
            <a:r>
              <a:rPr lang="ko-KR" altLang="en-US" dirty="0"/>
              <a:t>가 </a:t>
            </a:r>
            <a:r>
              <a:rPr lang="en-US" altLang="ko-KR" dirty="0"/>
              <a:t>230</a:t>
            </a:r>
            <a:r>
              <a:rPr lang="ko-KR" altLang="en-US" dirty="0"/>
              <a:t>군데 정도 쓰이고 있음</a:t>
            </a:r>
            <a:endParaRPr lang="en-US" altLang="ko-KR" dirty="0"/>
          </a:p>
          <a:p>
            <a:pPr>
              <a:lnSpc>
                <a:spcPct val="125000"/>
              </a:lnSpc>
            </a:pPr>
            <a:endParaRPr lang="en-US" altLang="ko-KR" dirty="0"/>
          </a:p>
          <a:p>
            <a:pPr>
              <a:lnSpc>
                <a:spcPct val="125000"/>
              </a:lnSpc>
            </a:pPr>
            <a:endParaRPr lang="en-US" altLang="ko-KR" dirty="0"/>
          </a:p>
          <a:p>
            <a:pPr>
              <a:lnSpc>
                <a:spcPct val="125000"/>
              </a:lnSpc>
            </a:pPr>
            <a:r>
              <a:rPr lang="en-US" altLang="ko-KR" sz="2000" dirty="0"/>
              <a:t>Current</a:t>
            </a:r>
            <a:r>
              <a:rPr lang="ko-KR" altLang="en-US" sz="2000" dirty="0"/>
              <a:t>와 </a:t>
            </a:r>
            <a:r>
              <a:rPr lang="en-US" altLang="ko-KR" sz="2000" dirty="0"/>
              <a:t>Next</a:t>
            </a:r>
            <a:r>
              <a:rPr lang="ko-KR" altLang="en-US" sz="2000" dirty="0"/>
              <a:t>를 왜 나눴냐 </a:t>
            </a:r>
            <a:r>
              <a:rPr lang="en-US" altLang="ko-KR" sz="2000" dirty="0"/>
              <a:t>: </a:t>
            </a:r>
            <a:r>
              <a:rPr lang="ko-KR" altLang="en-US" sz="2000" dirty="0"/>
              <a:t>다음 레벨을 </a:t>
            </a:r>
            <a:r>
              <a:rPr lang="ko-KR" altLang="en-US" sz="2000" dirty="0" err="1"/>
              <a:t>로딩하고</a:t>
            </a:r>
            <a:r>
              <a:rPr lang="ko-KR" altLang="en-US" sz="2000" dirty="0"/>
              <a:t> 넣었으며</a:t>
            </a:r>
            <a:r>
              <a:rPr lang="en-US" altLang="ko-KR" sz="2000" dirty="0"/>
              <a:t>, </a:t>
            </a:r>
            <a:r>
              <a:rPr lang="ko-KR" altLang="en-US" sz="2000" dirty="0"/>
              <a:t>로딩 다 되면 </a:t>
            </a:r>
            <a:r>
              <a:rPr lang="en-US" altLang="ko-KR" sz="2000" dirty="0"/>
              <a:t>Current </a:t>
            </a:r>
            <a:r>
              <a:rPr lang="ko-KR" altLang="en-US" sz="2000" dirty="0"/>
              <a:t>비우고 </a:t>
            </a:r>
            <a:r>
              <a:rPr lang="en-US" altLang="ko-KR" sz="2000" dirty="0" err="1"/>
              <a:t>NextUI</a:t>
            </a:r>
            <a:r>
              <a:rPr lang="ko-KR" altLang="en-US" sz="2000" dirty="0"/>
              <a:t>를 </a:t>
            </a:r>
            <a:r>
              <a:rPr lang="en-US" altLang="ko-KR" sz="2000" dirty="0"/>
              <a:t>current</a:t>
            </a:r>
            <a:r>
              <a:rPr lang="ko-KR" altLang="en-US" sz="2000" dirty="0"/>
              <a:t>에 넣었음</a:t>
            </a:r>
            <a:endParaRPr lang="en-US" altLang="ko-KR" sz="2000" dirty="0"/>
          </a:p>
          <a:p>
            <a:pPr>
              <a:lnSpc>
                <a:spcPct val="125000"/>
              </a:lnSpc>
            </a:pPr>
            <a:endParaRPr lang="en-US" altLang="ko-KR" sz="2000" dirty="0"/>
          </a:p>
          <a:p>
            <a:pPr>
              <a:lnSpc>
                <a:spcPct val="125000"/>
              </a:lnSpc>
            </a:pPr>
            <a:r>
              <a:rPr lang="en-US" altLang="ko-KR" sz="2400" dirty="0" err="1"/>
              <a:t>UI_Tool</a:t>
            </a:r>
            <a:r>
              <a:rPr lang="ko-KR" altLang="en-US" sz="2400" dirty="0"/>
              <a:t>에서는 </a:t>
            </a:r>
            <a:r>
              <a:rPr lang="en-US" altLang="ko-KR" sz="2400" dirty="0"/>
              <a:t>vector</a:t>
            </a:r>
            <a:r>
              <a:rPr lang="ko-KR" altLang="en-US" sz="2400" dirty="0"/>
              <a:t>로 저장 중임</a:t>
            </a:r>
            <a:r>
              <a:rPr lang="en-US" altLang="ko-KR" sz="2400" dirty="0"/>
              <a:t>.</a:t>
            </a:r>
            <a:endParaRPr lang="ko-KR" altLang="en-US" sz="24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1B612EB-769F-4349-A623-0A260F7685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506" y="3429000"/>
            <a:ext cx="4777309" cy="867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0108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7D60F3-6A77-4F74-9680-7BE1E1178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하지만 매 프레임 순회를</a:t>
            </a:r>
            <a:r>
              <a:rPr lang="en-US" altLang="ko-KR" dirty="0"/>
              <a:t>..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FF6268-4BD5-4827-9652-BB6F52F44F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5000"/>
              </a:lnSpc>
            </a:pPr>
            <a:r>
              <a:rPr lang="ko-KR" altLang="en-US" sz="2400" dirty="0"/>
              <a:t>매 프레임 순회를 하는데 </a:t>
            </a:r>
            <a:r>
              <a:rPr lang="en-US" altLang="ko-KR" sz="2400" dirty="0" err="1"/>
              <a:t>unordered_map</a:t>
            </a:r>
            <a:r>
              <a:rPr lang="ko-KR" altLang="en-US" sz="2400" dirty="0"/>
              <a:t>을 쓴다</a:t>
            </a:r>
            <a:r>
              <a:rPr lang="en-US" altLang="ko-KR" sz="2400" dirty="0"/>
              <a:t>? </a:t>
            </a:r>
            <a:r>
              <a:rPr lang="ko-KR" altLang="en-US" sz="2400" dirty="0"/>
              <a:t>효율 떨어짐</a:t>
            </a:r>
            <a:endParaRPr lang="en-US" altLang="ko-KR" sz="2400" dirty="0"/>
          </a:p>
          <a:p>
            <a:pPr lvl="1">
              <a:lnSpc>
                <a:spcPct val="125000"/>
              </a:lnSpc>
            </a:pPr>
            <a:r>
              <a:rPr lang="ko-KR" altLang="en-US" sz="2000" dirty="0">
                <a:solidFill>
                  <a:srgbClr val="FF0000"/>
                </a:solidFill>
              </a:rPr>
              <a:t>왜 </a:t>
            </a:r>
            <a:r>
              <a:rPr lang="ko-KR" altLang="en-US" sz="2000" dirty="0" err="1">
                <a:solidFill>
                  <a:srgbClr val="FF0000"/>
                </a:solidFill>
              </a:rPr>
              <a:t>떨어지냐고</a:t>
            </a:r>
            <a:r>
              <a:rPr lang="ko-KR" altLang="en-US" sz="2000" dirty="0">
                <a:solidFill>
                  <a:srgbClr val="FF0000"/>
                </a:solidFill>
              </a:rPr>
              <a:t> 추가</a:t>
            </a:r>
            <a:endParaRPr lang="en-US" altLang="ko-KR" sz="2000" dirty="0">
              <a:solidFill>
                <a:srgbClr val="FF0000"/>
              </a:solidFill>
            </a:endParaRPr>
          </a:p>
          <a:p>
            <a:pPr>
              <a:lnSpc>
                <a:spcPct val="125000"/>
              </a:lnSpc>
            </a:pPr>
            <a:r>
              <a:rPr lang="ko-KR" altLang="en-US" sz="2400" dirty="0"/>
              <a:t>근데 탐색을 </a:t>
            </a:r>
            <a:r>
              <a:rPr lang="ko-KR" altLang="en-US" sz="2400" dirty="0" err="1"/>
              <a:t>안할</a:t>
            </a:r>
            <a:r>
              <a:rPr lang="ko-KR" altLang="en-US" sz="2400" dirty="0"/>
              <a:t> 수는 </a:t>
            </a:r>
            <a:r>
              <a:rPr lang="ko-KR" altLang="en-US" sz="2400" dirty="0" err="1"/>
              <a:t>없잖아요</a:t>
            </a:r>
            <a:endParaRPr lang="en-US" altLang="ko-KR" sz="2400" dirty="0"/>
          </a:p>
          <a:p>
            <a:pPr>
              <a:lnSpc>
                <a:spcPct val="125000"/>
              </a:lnSpc>
            </a:pPr>
            <a:r>
              <a:rPr lang="ko-KR" altLang="en-US" sz="2400" dirty="0"/>
              <a:t>그래서 </a:t>
            </a:r>
            <a:r>
              <a:rPr lang="en-US" altLang="ko-KR" sz="2400" dirty="0"/>
              <a:t>vector</a:t>
            </a:r>
            <a:r>
              <a:rPr lang="ko-KR" altLang="en-US" sz="2400" dirty="0"/>
              <a:t>랑 함께 쓰기로 결심</a:t>
            </a:r>
            <a:endParaRPr lang="en-US" altLang="ko-KR" sz="2400" dirty="0"/>
          </a:p>
          <a:p>
            <a:pPr>
              <a:lnSpc>
                <a:spcPct val="125000"/>
              </a:lnSpc>
            </a:pPr>
            <a:r>
              <a:rPr lang="en-US" altLang="ko-KR" sz="2400" dirty="0" err="1"/>
              <a:t>unordered_map</a:t>
            </a:r>
            <a:r>
              <a:rPr lang="ko-KR" altLang="en-US" sz="2400" dirty="0"/>
              <a:t> </a:t>
            </a:r>
            <a:r>
              <a:rPr lang="en-US" altLang="ko-KR" sz="2400" dirty="0"/>
              <a:t>-</a:t>
            </a:r>
            <a:r>
              <a:rPr lang="ko-KR" altLang="en-US" sz="2400" dirty="0"/>
              <a:t> </a:t>
            </a:r>
            <a:r>
              <a:rPr lang="en-US" altLang="ko-KR" sz="2400" dirty="0"/>
              <a:t>key(</a:t>
            </a:r>
            <a:r>
              <a:rPr lang="ko-KR" altLang="en-US" sz="2400" dirty="0"/>
              <a:t>오브젝트 이름</a:t>
            </a:r>
            <a:r>
              <a:rPr lang="en-US" altLang="ko-KR" sz="2400" dirty="0"/>
              <a:t>)</a:t>
            </a:r>
            <a:r>
              <a:rPr lang="ko-KR" altLang="en-US" sz="2400" dirty="0"/>
              <a:t>랑 </a:t>
            </a:r>
            <a:r>
              <a:rPr lang="en-US" altLang="ko-KR" sz="2400" dirty="0"/>
              <a:t>vector</a:t>
            </a:r>
            <a:r>
              <a:rPr lang="ko-KR" altLang="en-US" sz="2400" dirty="0"/>
              <a:t>의 </a:t>
            </a:r>
            <a:r>
              <a:rPr lang="en-US" altLang="ko-KR" sz="2400" dirty="0"/>
              <a:t>index</a:t>
            </a:r>
            <a:r>
              <a:rPr lang="ko-KR" altLang="en-US" sz="2400" dirty="0"/>
              <a:t>를 쌍으로 갖기</a:t>
            </a:r>
            <a:endParaRPr lang="en-US" altLang="ko-KR" sz="2400" dirty="0"/>
          </a:p>
          <a:p>
            <a:pPr>
              <a:lnSpc>
                <a:spcPct val="125000"/>
              </a:lnSpc>
            </a:pPr>
            <a:r>
              <a:rPr lang="en-US" altLang="ko-KR" sz="2400" dirty="0"/>
              <a:t>vector</a:t>
            </a:r>
            <a:r>
              <a:rPr lang="ko-KR" altLang="en-US" sz="2400" dirty="0"/>
              <a:t>는 실제 오브젝트 포인터들을 가지고 전체 순회하도록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1173177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7D60F3-6A77-4F74-9680-7BE1E1178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완벽한가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FF6268-4BD5-4827-9652-BB6F52F44F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25000"/>
              </a:lnSpc>
            </a:pPr>
            <a:r>
              <a:rPr lang="en-US" altLang="ko-KR" sz="2400" dirty="0"/>
              <a:t>vector</a:t>
            </a:r>
            <a:r>
              <a:rPr lang="ko-KR" altLang="en-US" sz="2400" dirty="0"/>
              <a:t>가 포인터를 원소로 가지고 있으면 객체 자체는 메모리가 연속되어 있는 건 아님</a:t>
            </a:r>
            <a:r>
              <a:rPr lang="en-US" altLang="ko-KR" sz="2400" dirty="0"/>
              <a:t>. </a:t>
            </a:r>
            <a:r>
              <a:rPr lang="ko-KR" altLang="en-US" sz="2400" dirty="0"/>
              <a:t>각 원소마다 포인터로 타고 가야해서 완전한 캐시 효율이 나오지 않음</a:t>
            </a:r>
            <a:r>
              <a:rPr lang="en-US" altLang="ko-KR" sz="2400" dirty="0"/>
              <a:t>.</a:t>
            </a:r>
          </a:p>
          <a:p>
            <a:pPr>
              <a:lnSpc>
                <a:spcPct val="125000"/>
              </a:lnSpc>
            </a:pPr>
            <a:r>
              <a:rPr lang="ko-KR" altLang="en-US" sz="2400" dirty="0"/>
              <a:t>그래도</a:t>
            </a:r>
            <a:r>
              <a:rPr lang="en-US" altLang="ko-KR" sz="2400" dirty="0"/>
              <a:t>.. </a:t>
            </a:r>
            <a:r>
              <a:rPr lang="en-US" altLang="ko-KR" sz="2400" dirty="0" err="1"/>
              <a:t>unordered_map</a:t>
            </a:r>
            <a:r>
              <a:rPr lang="en-US" altLang="ko-KR" sz="2400" dirty="0"/>
              <a:t> </a:t>
            </a:r>
            <a:r>
              <a:rPr lang="ko-KR" altLang="en-US" sz="2400" dirty="0"/>
              <a:t>으로 순회할 때보단 </a:t>
            </a:r>
            <a:r>
              <a:rPr lang="ko-KR" altLang="en-US" sz="2400" dirty="0" err="1"/>
              <a:t>훨</a:t>
            </a:r>
            <a:r>
              <a:rPr lang="ko-KR" altLang="en-US" sz="2400" dirty="0"/>
              <a:t> 낫다</a:t>
            </a:r>
            <a:r>
              <a:rPr lang="en-US" altLang="ko-KR" sz="2400" dirty="0"/>
              <a:t>..</a:t>
            </a:r>
          </a:p>
          <a:p>
            <a:pPr>
              <a:lnSpc>
                <a:spcPct val="125000"/>
              </a:lnSpc>
            </a:pPr>
            <a:r>
              <a:rPr lang="ko-KR" altLang="en-US" sz="2400" dirty="0"/>
              <a:t>대신 삭제할 때 특히 </a:t>
            </a:r>
            <a:r>
              <a:rPr lang="en-US" altLang="ko-KR" sz="2400" dirty="0"/>
              <a:t>index</a:t>
            </a:r>
            <a:r>
              <a:rPr lang="ko-KR" altLang="en-US" sz="2400" dirty="0"/>
              <a:t>가 틀어지지 않도록 두 자료구조를 관리해야 함</a:t>
            </a:r>
            <a:endParaRPr lang="en-US" altLang="ko-KR" sz="2400" dirty="0"/>
          </a:p>
          <a:p>
            <a:pPr>
              <a:lnSpc>
                <a:spcPct val="125000"/>
              </a:lnSpc>
            </a:pPr>
            <a:endParaRPr lang="en-US" altLang="ko-KR" sz="2400" dirty="0"/>
          </a:p>
          <a:p>
            <a:pPr>
              <a:lnSpc>
                <a:spcPct val="125000"/>
              </a:lnSpc>
            </a:pPr>
            <a:r>
              <a:rPr lang="ko-KR" altLang="en-US" sz="2400" dirty="0"/>
              <a:t>번외로 </a:t>
            </a:r>
            <a:r>
              <a:rPr lang="en-US" altLang="ko-KR" sz="2400" dirty="0"/>
              <a:t>UI </a:t>
            </a:r>
            <a:r>
              <a:rPr lang="ko-KR" altLang="en-US" sz="2400" dirty="0"/>
              <a:t>소유권 문제도 바꾸고 싶은데 그러면 </a:t>
            </a:r>
            <a:r>
              <a:rPr lang="en-US" altLang="ko-KR" sz="2400" dirty="0"/>
              <a:t>vector&lt;</a:t>
            </a:r>
            <a:r>
              <a:rPr lang="en-US" altLang="ko-KR" sz="2400" dirty="0" err="1"/>
              <a:t>shared_ptr</a:t>
            </a:r>
            <a:r>
              <a:rPr lang="en-US" altLang="ko-KR" sz="2400" dirty="0"/>
              <a:t>&lt;UI&gt;&gt;</a:t>
            </a:r>
            <a:r>
              <a:rPr lang="ko-KR" altLang="en-US" sz="2400" dirty="0"/>
              <a:t>가 아니라 </a:t>
            </a:r>
            <a:r>
              <a:rPr lang="en-US" altLang="ko-KR" sz="2400" dirty="0" err="1"/>
              <a:t>unique_ptr</a:t>
            </a:r>
            <a:r>
              <a:rPr lang="ko-KR" altLang="en-US" sz="2400" dirty="0"/>
              <a:t>로 바꿔야 할 거 같은데 </a:t>
            </a:r>
            <a:r>
              <a:rPr lang="ko-KR" altLang="en-US" sz="2400" dirty="0" err="1"/>
              <a:t>글면</a:t>
            </a:r>
            <a:r>
              <a:rPr lang="ko-KR" altLang="en-US" sz="2400" dirty="0"/>
              <a:t> 생성 방식도 바꿔야 해서 보류</a:t>
            </a:r>
            <a:r>
              <a:rPr lang="en-US" altLang="ko-KR" sz="2400" dirty="0"/>
              <a:t>….</a:t>
            </a:r>
            <a:r>
              <a:rPr lang="ko-KR" altLang="en-US" sz="2400" dirty="0"/>
              <a:t>🥲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136539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199</Words>
  <Application>Microsoft Office PowerPoint</Application>
  <PresentationFormat>와이드스크린</PresentationFormat>
  <Paragraphs>23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unordered_map과 vector</vt:lpstr>
      <vt:lpstr>DNF DUEL에서 UI 저장</vt:lpstr>
      <vt:lpstr>하지만 매 프레임 순회를..</vt:lpstr>
      <vt:lpstr>완벽한가?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unordered_map과 vector</dc:title>
  <dc:creator>기현 김</dc:creator>
  <cp:lastModifiedBy>기현 김</cp:lastModifiedBy>
  <cp:revision>5</cp:revision>
  <dcterms:created xsi:type="dcterms:W3CDTF">2026-10-06T04:03:33Z</dcterms:created>
  <dcterms:modified xsi:type="dcterms:W3CDTF">2026-10-06T04:36:38Z</dcterms:modified>
</cp:coreProperties>
</file>