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4" r:id="rId4"/>
    <p:sldId id="265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217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결정보드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를 효율적으로 활용하기 위해 구축한 시스템</a:t>
            </a:r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D538-6079-A2DC-B74A-73C10189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배경 및 목표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F364C-4BA1-0A08-3F8A-995A69EA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AI</a:t>
            </a:r>
            <a:r>
              <a:rPr lang="ko-KR" altLang="en-US"/>
              <a:t> 를 이용해서 게임 개발 프로세스를 재구축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인간을 보조한다로 끝내지 않고</a:t>
            </a:r>
            <a:r>
              <a:rPr lang="en-US" altLang="ko-KR"/>
              <a:t>, AI</a:t>
            </a:r>
            <a:r>
              <a:rPr lang="ko-KR" altLang="en-US"/>
              <a:t>로 가능한 것을 모두 자동화 시키겠다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773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DC649-3EDD-733B-8DB2-85895D38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기존 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0CF70-1E73-4430-A73B-10E7CB942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token </a:t>
            </a:r>
            <a:r>
              <a:rPr lang="ko-KR" altLang="en-US"/>
              <a:t>아끼기와 항상된 응답을 위해</a:t>
            </a:r>
            <a:endParaRPr lang="en-US" altLang="ko-KR"/>
          </a:p>
          <a:p>
            <a:r>
              <a:rPr lang="en-US" altLang="ko-KR"/>
              <a:t>player </a:t>
            </a:r>
            <a:r>
              <a:rPr lang="ko-KR" altLang="en-US"/>
              <a:t>에이전트야 어떤 기능 고쳐줘</a:t>
            </a:r>
            <a:endParaRPr lang="en-US" altLang="ko-KR"/>
          </a:p>
          <a:p>
            <a:r>
              <a:rPr lang="en-US" altLang="ko-KR"/>
              <a:t>map </a:t>
            </a:r>
            <a:r>
              <a:rPr lang="ko-KR" altLang="en-US"/>
              <a:t>에이전트야 이거 만들어놔</a:t>
            </a:r>
            <a:endParaRPr lang="en-US" altLang="ko-KR"/>
          </a:p>
          <a:p>
            <a:r>
              <a:rPr lang="en-US" altLang="ko-KR"/>
              <a:t>resource </a:t>
            </a:r>
            <a:r>
              <a:rPr lang="ko-KR" altLang="en-US"/>
              <a:t>세션아 이거 그려</a:t>
            </a:r>
            <a:endParaRPr lang="en-US" altLang="ko-KR"/>
          </a:p>
          <a:p>
            <a:endParaRPr lang="en-US" altLang="ko-KR"/>
          </a:p>
        </p:txBody>
      </p:sp>
      <p:pic>
        <p:nvPicPr>
          <p:cNvPr id="4" name="그림 3" descr="이모티콘 | SOOP OGQ이모티콘">
            <a:extLst>
              <a:ext uri="{FF2B5EF4-FFF2-40B4-BE49-F238E27FC236}">
                <a16:creationId xmlns:a16="http://schemas.microsoft.com/office/drawing/2014/main" id="{D5E4ADF9-2D80-41D6-F64C-12E9FA2B5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4" y="3429000"/>
            <a:ext cx="2286000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48D289-63EB-38DA-B922-498DDA6E94E6}"/>
              </a:ext>
            </a:extLst>
          </p:cNvPr>
          <p:cNvSpPr txBox="1"/>
          <p:nvPr/>
        </p:nvSpPr>
        <p:spPr>
          <a:xfrm>
            <a:off x="3668150" y="3639031"/>
            <a:ext cx="69248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2000"/>
          </a:p>
          <a:p>
            <a:r>
              <a:rPr lang="ko-KR" altLang="en-US" sz="2000"/>
              <a:t>모든 응답을 세션마다 확인하면서 다시 대답해야한다</a:t>
            </a:r>
            <a:endParaRPr lang="en-US" altLang="ko-KR" sz="2000"/>
          </a:p>
          <a:p>
            <a:r>
              <a:rPr lang="ko-KR" altLang="en-US" sz="2000"/>
              <a:t>분류를 사용자가 하므로</a:t>
            </a:r>
            <a:r>
              <a:rPr lang="en-US" altLang="ko-KR" sz="2000"/>
              <a:t>, </a:t>
            </a:r>
            <a:r>
              <a:rPr lang="ko-KR" altLang="en-US" sz="2000"/>
              <a:t>잘못 분리된게 존재할 수 있다</a:t>
            </a:r>
            <a:endParaRPr lang="en-US" altLang="ko-KR" sz="2000"/>
          </a:p>
          <a:p>
            <a:r>
              <a:rPr lang="ko-KR" altLang="en-US" sz="2000"/>
              <a:t>실제로 컨텍스트가 어디가 쌓이는지 파악해야한다</a:t>
            </a:r>
            <a:endParaRPr lang="en-US" altLang="ko-KR" sz="2000"/>
          </a:p>
          <a:p>
            <a:pPr marL="342900" indent="-342900">
              <a:buFontTx/>
              <a:buChar char="-"/>
            </a:pPr>
            <a:r>
              <a:rPr lang="ko-KR" altLang="en-US" sz="2000"/>
              <a:t>한 곳에 집중된다면 분산해서 일을 맡기거나</a:t>
            </a:r>
            <a:endParaRPr lang="en-US" altLang="ko-KR" sz="2000"/>
          </a:p>
          <a:p>
            <a:pPr marL="342900" indent="-342900">
              <a:buFontTx/>
              <a:buChar char="-"/>
            </a:pPr>
            <a:r>
              <a:rPr lang="ko-KR" altLang="en-US" sz="2000"/>
              <a:t>분산되었다면 에이전트끼리 협업할 수 있게 정보를 계속 줘야한다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29160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811A-D1DD-69C2-5DBC-E02345229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9A695-4548-0A3D-3275-6FC219FD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개선한 프로세스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2066C4-A6C8-EBD5-5954-890EE8D4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메인 에이전트가 서브 에이전트에게 명령</a:t>
            </a:r>
            <a:endParaRPr lang="en-US" altLang="ko-KR"/>
          </a:p>
        </p:txBody>
      </p:sp>
      <p:pic>
        <p:nvPicPr>
          <p:cNvPr id="5" name="그림 4" descr="이모티콘 | SOOP OGQ이모티콘">
            <a:extLst>
              <a:ext uri="{FF2B5EF4-FFF2-40B4-BE49-F238E27FC236}">
                <a16:creationId xmlns:a16="http://schemas.microsoft.com/office/drawing/2014/main" id="{47D57EA4-DA38-A8CD-8471-551597C65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6695"/>
            <a:ext cx="2638425" cy="2286000"/>
          </a:xfrm>
          <a:prstGeom prst="rect">
            <a:avLst/>
          </a:prstGeom>
        </p:spPr>
      </p:pic>
      <p:pic>
        <p:nvPicPr>
          <p:cNvPr id="6" name="그림 5" descr="칼럼 - AI - 생각하니까 존재가 증명된 것일까?">
            <a:extLst>
              <a:ext uri="{FF2B5EF4-FFF2-40B4-BE49-F238E27FC236}">
                <a16:creationId xmlns:a16="http://schemas.microsoft.com/office/drawing/2014/main" id="{208DA1BA-A616-0C26-39A2-5C35193A5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91" y="2647639"/>
            <a:ext cx="2469421" cy="1765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C9E071-F0F2-FA26-A947-888461A01411}"/>
              </a:ext>
            </a:extLst>
          </p:cNvPr>
          <p:cNvSpPr txBox="1"/>
          <p:nvPr/>
        </p:nvSpPr>
        <p:spPr>
          <a:xfrm>
            <a:off x="1178169" y="4501471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/>
              <a:t>player </a:t>
            </a:r>
            <a:r>
              <a:rPr lang="ko-KR" altLang="en-US" sz="2000"/>
              <a:t>어떤 기능 고쳐줘</a:t>
            </a:r>
            <a:endParaRPr lang="en-US" altLang="ko-KR" sz="2000"/>
          </a:p>
          <a:p>
            <a:r>
              <a:rPr lang="en-US" altLang="ko-KR" sz="2000"/>
              <a:t>map </a:t>
            </a:r>
            <a:r>
              <a:rPr lang="ko-KR" altLang="en-US" sz="2000"/>
              <a:t>이거 만들어놔</a:t>
            </a:r>
            <a:endParaRPr lang="en-US" altLang="ko-KR" sz="2000"/>
          </a:p>
        </p:txBody>
      </p:sp>
      <p:pic>
        <p:nvPicPr>
          <p:cNvPr id="10" name="그림 9" descr="칼럼 - AI - 생각하니까 존재가 증명된 것일까?">
            <a:extLst>
              <a:ext uri="{FF2B5EF4-FFF2-40B4-BE49-F238E27FC236}">
                <a16:creationId xmlns:a16="http://schemas.microsoft.com/office/drawing/2014/main" id="{7E1EB983-95BD-9595-8ED8-8ABE80F4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065" y="1340387"/>
            <a:ext cx="1376249" cy="983695"/>
          </a:xfrm>
          <a:prstGeom prst="rect">
            <a:avLst/>
          </a:prstGeom>
        </p:spPr>
      </p:pic>
      <p:pic>
        <p:nvPicPr>
          <p:cNvPr id="12" name="그림 11" descr="칼럼 - AI - 생각하니까 존재가 증명된 것일까?">
            <a:extLst>
              <a:ext uri="{FF2B5EF4-FFF2-40B4-BE49-F238E27FC236}">
                <a16:creationId xmlns:a16="http://schemas.microsoft.com/office/drawing/2014/main" id="{D9C5DB9B-0A24-C4D5-1E07-220B7089D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065" y="2570935"/>
            <a:ext cx="1376249" cy="983695"/>
          </a:xfrm>
          <a:prstGeom prst="rect">
            <a:avLst/>
          </a:prstGeom>
        </p:spPr>
      </p:pic>
      <p:pic>
        <p:nvPicPr>
          <p:cNvPr id="14" name="그림 13" descr="칼럼 - AI - 생각하니까 존재가 증명된 것일까?">
            <a:extLst>
              <a:ext uri="{FF2B5EF4-FFF2-40B4-BE49-F238E27FC236}">
                <a16:creationId xmlns:a16="http://schemas.microsoft.com/office/drawing/2014/main" id="{6E902FAE-B92C-DE95-535D-733192CD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065" y="3801483"/>
            <a:ext cx="1376249" cy="983695"/>
          </a:xfrm>
          <a:prstGeom prst="rect">
            <a:avLst/>
          </a:prstGeom>
        </p:spPr>
      </p:pic>
      <p:pic>
        <p:nvPicPr>
          <p:cNvPr id="16" name="그림 15" descr="칼럼 - AI - 생각하니까 존재가 증명된 것일까?">
            <a:extLst>
              <a:ext uri="{FF2B5EF4-FFF2-40B4-BE49-F238E27FC236}">
                <a16:creationId xmlns:a16="http://schemas.microsoft.com/office/drawing/2014/main" id="{990FBB09-56D0-CF4D-9492-50A4F32A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064" y="4989223"/>
            <a:ext cx="1376249" cy="983695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F47A83B-8BCC-E93F-ED47-23D4097553CD}"/>
              </a:ext>
            </a:extLst>
          </p:cNvPr>
          <p:cNvCxnSpPr>
            <a:stCxn id="5" idx="3"/>
          </p:cNvCxnSpPr>
          <p:nvPr/>
        </p:nvCxnSpPr>
        <p:spPr>
          <a:xfrm>
            <a:off x="3476625" y="3269695"/>
            <a:ext cx="1236052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5CE15D7-58F0-CF2B-3F97-B7CFFEB1FF3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415212" y="1832234"/>
            <a:ext cx="790852" cy="1697933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C016842-F9E8-E90A-8656-9753AB3A1203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7415212" y="3530167"/>
            <a:ext cx="790852" cy="195090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2056BEA-6F96-7ABF-7F9B-0EE4E7E13D55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7415212" y="3062783"/>
            <a:ext cx="790853" cy="46738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E567AF6-689F-3BE7-5D92-3CAD373113C9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415212" y="3530167"/>
            <a:ext cx="790853" cy="76316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8E2980C-8848-E4D7-98D1-5D69F688FB1B}"/>
              </a:ext>
            </a:extLst>
          </p:cNvPr>
          <p:cNvSpPr txBox="1"/>
          <p:nvPr/>
        </p:nvSpPr>
        <p:spPr>
          <a:xfrm>
            <a:off x="9582313" y="1668722"/>
            <a:ext cx="131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/>
              <a:t>맵입니다</a:t>
            </a:r>
            <a:endParaRPr lang="en-US" altLang="ko-KR" sz="2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3778AD-11AC-D704-B285-018017A5A21A}"/>
              </a:ext>
            </a:extLst>
          </p:cNvPr>
          <p:cNvSpPr txBox="1"/>
          <p:nvPr/>
        </p:nvSpPr>
        <p:spPr>
          <a:xfrm>
            <a:off x="9582313" y="2828206"/>
            <a:ext cx="131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/>
              <a:t>플레이어</a:t>
            </a:r>
            <a:endParaRPr lang="en-US" altLang="ko-KR" sz="2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E1168-A2D9-4F66-8DC7-5A1B2A7BF58B}"/>
              </a:ext>
            </a:extLst>
          </p:cNvPr>
          <p:cNvSpPr txBox="1"/>
          <p:nvPr/>
        </p:nvSpPr>
        <p:spPr>
          <a:xfrm>
            <a:off x="9582313" y="3839751"/>
            <a:ext cx="13143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/>
              <a:t>문서 작성 및 심부름해요</a:t>
            </a:r>
            <a:endParaRPr lang="en-US" altLang="ko-KR" sz="2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3667DB-AC71-532B-6595-5F7F49708282}"/>
              </a:ext>
            </a:extLst>
          </p:cNvPr>
          <p:cNvSpPr txBox="1"/>
          <p:nvPr/>
        </p:nvSpPr>
        <p:spPr>
          <a:xfrm>
            <a:off x="9582313" y="5033156"/>
            <a:ext cx="13143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/>
              <a:t>그림그려요</a:t>
            </a:r>
            <a:endParaRPr lang="en-US" altLang="ko-KR" sz="2000"/>
          </a:p>
        </p:txBody>
      </p:sp>
      <p:pic>
        <p:nvPicPr>
          <p:cNvPr id="38" name="그래픽 37" descr="Claude - 나무위키">
            <a:extLst>
              <a:ext uri="{FF2B5EF4-FFF2-40B4-BE49-F238E27FC236}">
                <a16:creationId xmlns:a16="http://schemas.microsoft.com/office/drawing/2014/main" id="{33A32FA3-121E-19AF-67D7-BDEB73C823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8568" y="2130207"/>
            <a:ext cx="1034863" cy="1034863"/>
          </a:xfrm>
          <a:prstGeom prst="rect">
            <a:avLst/>
          </a:prstGeom>
        </p:spPr>
      </p:pic>
      <p:pic>
        <p:nvPicPr>
          <p:cNvPr id="40" name="그래픽 39" descr="Claude - 나무위키">
            <a:extLst>
              <a:ext uri="{FF2B5EF4-FFF2-40B4-BE49-F238E27FC236}">
                <a16:creationId xmlns:a16="http://schemas.microsoft.com/office/drawing/2014/main" id="{C8392B55-D634-AC24-07F3-855AFDE13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756" y="833914"/>
            <a:ext cx="1034863" cy="1034863"/>
          </a:xfrm>
          <a:prstGeom prst="rect">
            <a:avLst/>
          </a:prstGeom>
        </p:spPr>
      </p:pic>
      <p:pic>
        <p:nvPicPr>
          <p:cNvPr id="42" name="그래픽 41" descr="Claude - 나무위키">
            <a:extLst>
              <a:ext uri="{FF2B5EF4-FFF2-40B4-BE49-F238E27FC236}">
                <a16:creationId xmlns:a16="http://schemas.microsoft.com/office/drawing/2014/main" id="{1E4CDBB9-B450-2151-2812-ACBCD12B7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756" y="2147166"/>
            <a:ext cx="1034863" cy="1034863"/>
          </a:xfrm>
          <a:prstGeom prst="rect">
            <a:avLst/>
          </a:prstGeom>
        </p:spPr>
      </p:pic>
      <p:pic>
        <p:nvPicPr>
          <p:cNvPr id="44" name="그래픽 43" descr="Claude - 나무위키">
            <a:extLst>
              <a:ext uri="{FF2B5EF4-FFF2-40B4-BE49-F238E27FC236}">
                <a16:creationId xmlns:a16="http://schemas.microsoft.com/office/drawing/2014/main" id="{879436DF-318B-10F0-409E-A9C9B5D19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6662" y="3442535"/>
            <a:ext cx="1034863" cy="103486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61568EE-23EF-16D8-AF9B-9D6B5C30F5F1}"/>
              </a:ext>
            </a:extLst>
          </p:cNvPr>
          <p:cNvSpPr txBox="1"/>
          <p:nvPr/>
        </p:nvSpPr>
        <p:spPr>
          <a:xfrm>
            <a:off x="9153723" y="1190278"/>
            <a:ext cx="131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/>
              <a:t>opus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6E4D1B-145A-16D4-B53F-3CF6D2D18866}"/>
              </a:ext>
            </a:extLst>
          </p:cNvPr>
          <p:cNvSpPr txBox="1"/>
          <p:nvPr/>
        </p:nvSpPr>
        <p:spPr>
          <a:xfrm>
            <a:off x="9025744" y="3649409"/>
            <a:ext cx="131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/>
              <a:t>haiku</a:t>
            </a:r>
          </a:p>
        </p:txBody>
      </p:sp>
      <p:pic>
        <p:nvPicPr>
          <p:cNvPr id="49" name="그래픽 48" descr="ChatGPT - 나무위키">
            <a:extLst>
              <a:ext uri="{FF2B5EF4-FFF2-40B4-BE49-F238E27FC236}">
                <a16:creationId xmlns:a16="http://schemas.microsoft.com/office/drawing/2014/main" id="{6CB0FF26-5716-00B1-545B-38EAD0288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8476" y="4629472"/>
            <a:ext cx="973143" cy="97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65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A71A-3016-62F4-4513-7DB6C06B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D4AA8-42C9-A84F-4E50-EFC01A7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새로운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14F8CE-0F19-BED5-E807-B8873D24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뭐시기 저시기 서브 에이전트에게 요청하겠습니다</a:t>
            </a:r>
            <a:r>
              <a:rPr lang="en-US" altLang="ko-KR"/>
              <a:t>.</a:t>
            </a:r>
          </a:p>
          <a:p>
            <a:r>
              <a:rPr lang="ko-KR" altLang="en-US"/>
              <a:t>작업을 완료했습니다</a:t>
            </a:r>
            <a:br>
              <a:rPr lang="en-US" altLang="ko-KR"/>
            </a:br>
            <a:r>
              <a:rPr lang="ko-KR" altLang="en-US"/>
              <a:t>그런데 님이 대답 안해서 정체된 일들이있습니다</a:t>
            </a:r>
            <a:br>
              <a:rPr lang="en-US" altLang="ko-KR"/>
            </a:br>
            <a:r>
              <a:rPr lang="en-US" altLang="ko-KR"/>
              <a:t>Q27.</a:t>
            </a:r>
            <a:r>
              <a:rPr lang="ko-KR" altLang="en-US"/>
              <a:t> 플레이어는 어디서 뭐하고있나요</a:t>
            </a:r>
            <a:r>
              <a:rPr lang="en-US" altLang="ko-KR"/>
              <a:t>?</a:t>
            </a:r>
            <a:br>
              <a:rPr lang="en-US" altLang="ko-KR"/>
            </a:br>
            <a:r>
              <a:rPr lang="en-US" altLang="ko-KR"/>
              <a:t>Q28. </a:t>
            </a:r>
            <a:r>
              <a:rPr lang="ko-KR" altLang="en-US"/>
              <a:t>플레이어의 키는 몇인가요</a:t>
            </a:r>
            <a:r>
              <a:rPr lang="en-US" altLang="ko-KR"/>
              <a:t>?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B5D875-3069-542C-E889-BD80060ECAC5}"/>
              </a:ext>
            </a:extLst>
          </p:cNvPr>
          <p:cNvCxnSpPr/>
          <p:nvPr/>
        </p:nvCxnSpPr>
        <p:spPr>
          <a:xfrm>
            <a:off x="8420100" y="1225118"/>
            <a:ext cx="0" cy="1822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596920-B2D1-3536-DD6A-608F1AC151CA}"/>
              </a:ext>
            </a:extLst>
          </p:cNvPr>
          <p:cNvSpPr/>
          <p:nvPr/>
        </p:nvSpPr>
        <p:spPr>
          <a:xfrm>
            <a:off x="8343900" y="2819400"/>
            <a:ext cx="1905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이모티콘 | SOOP OGQ이모티콘">
            <a:extLst>
              <a:ext uri="{FF2B5EF4-FFF2-40B4-BE49-F238E27FC236}">
                <a16:creationId xmlns:a16="http://schemas.microsoft.com/office/drawing/2014/main" id="{85F72AC7-DE10-0A03-BCE1-4FEBCB4A5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4" y="3429000"/>
            <a:ext cx="2286000" cy="2286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F62585-5C64-85A0-43B6-DE60CF4909F1}"/>
              </a:ext>
            </a:extLst>
          </p:cNvPr>
          <p:cNvSpPr txBox="1"/>
          <p:nvPr/>
        </p:nvSpPr>
        <p:spPr>
          <a:xfrm>
            <a:off x="3668150" y="3639031"/>
            <a:ext cx="69248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2000"/>
          </a:p>
          <a:p>
            <a:r>
              <a:rPr lang="en-US" altLang="ko-KR" sz="2000"/>
              <a:t>Q1</a:t>
            </a:r>
            <a:r>
              <a:rPr lang="ko-KR" altLang="en-US" sz="2000"/>
              <a:t>부터 </a:t>
            </a:r>
            <a:r>
              <a:rPr lang="en-US" altLang="ko-KR" sz="2000"/>
              <a:t>Q26 </a:t>
            </a:r>
            <a:r>
              <a:rPr lang="ko-KR" altLang="en-US" sz="2000"/>
              <a:t>까지는 위로 다시 올려보라 이거냐</a:t>
            </a:r>
            <a:r>
              <a:rPr lang="en-US" altLang="ko-KR" sz="2000"/>
              <a:t>…</a:t>
            </a:r>
          </a:p>
          <a:p>
            <a:endParaRPr lang="en-US" altLang="ko-KR" sz="2000"/>
          </a:p>
          <a:p>
            <a:r>
              <a:rPr lang="en-US" altLang="ko-KR" sz="2000"/>
              <a:t>Q1. </a:t>
            </a:r>
            <a:r>
              <a:rPr lang="ko-KR" altLang="en-US" sz="2000"/>
              <a:t>이거는</a:t>
            </a:r>
            <a:r>
              <a:rPr lang="en-US" altLang="ko-KR" sz="2000"/>
              <a:t>… </a:t>
            </a:r>
            <a:r>
              <a:rPr lang="ko-KR" altLang="en-US" sz="2000"/>
              <a:t>그거로</a:t>
            </a:r>
            <a:r>
              <a:rPr lang="en-US" altLang="ko-KR" sz="2000"/>
              <a:t>.. </a:t>
            </a:r>
            <a:r>
              <a:rPr lang="ko-KR" altLang="en-US" sz="2000"/>
              <a:t>처리해</a:t>
            </a:r>
            <a:r>
              <a:rPr lang="en-US" altLang="ko-KR" sz="2000"/>
              <a:t>…</a:t>
            </a:r>
          </a:p>
          <a:p>
            <a:r>
              <a:rPr lang="ko-KR" altLang="en-US" sz="2000"/>
              <a:t>타이핑</a:t>
            </a:r>
            <a:r>
              <a:rPr lang="en-US" altLang="ko-KR" sz="2000"/>
              <a:t>.. </a:t>
            </a:r>
            <a:r>
              <a:rPr lang="ko-KR" altLang="en-US" sz="2000"/>
              <a:t>힘들어</a:t>
            </a:r>
            <a:r>
              <a:rPr lang="en-US" altLang="ko-KR" sz="200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8112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6B4BD-C447-4E78-F979-DABCFF4E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질문을</a:t>
            </a:r>
            <a:r>
              <a:rPr lang="en-US" altLang="ko-KR"/>
              <a:t> html</a:t>
            </a:r>
            <a:r>
              <a:rPr lang="ko-KR" altLang="en-US"/>
              <a:t>로 답장줘서 개발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AD523-3EBC-6553-25EC-63DF5AAE6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html </a:t>
            </a:r>
            <a:r>
              <a:rPr lang="ko-KR" altLang="en-US"/>
              <a:t>로 버튼만 누르며 결정 후</a:t>
            </a:r>
            <a:r>
              <a:rPr lang="en-US" altLang="ko-KR"/>
              <a:t>, </a:t>
            </a:r>
            <a:r>
              <a:rPr lang="ko-KR" altLang="en-US"/>
              <a:t>커밋</a:t>
            </a:r>
            <a:r>
              <a:rPr lang="en-US" altLang="ko-KR"/>
              <a:t>(html</a:t>
            </a:r>
            <a:r>
              <a:rPr lang="ko-KR" altLang="en-US"/>
              <a:t>에 버튼둠</a:t>
            </a:r>
            <a:r>
              <a:rPr lang="en-US" altLang="ko-KR"/>
              <a:t>)</a:t>
            </a:r>
          </a:p>
          <a:p>
            <a:r>
              <a:rPr lang="ko-KR" altLang="en-US"/>
              <a:t>클로드가 </a:t>
            </a:r>
            <a:r>
              <a:rPr lang="en-US" altLang="ko-KR"/>
              <a:t>1</a:t>
            </a:r>
            <a:r>
              <a:rPr lang="ko-KR" altLang="en-US"/>
              <a:t>시간마다 확인해서 그것대로 개발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13DB16-900C-3CE5-CCE9-7FE81B290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95" y="1225118"/>
            <a:ext cx="3847205" cy="23163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6820B4-C97A-AC13-ABA1-3D28A9B8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29" t="32062" r="14305" b="23299"/>
          <a:stretch>
            <a:fillRect/>
          </a:stretch>
        </p:blipFill>
        <p:spPr>
          <a:xfrm>
            <a:off x="838200" y="2214058"/>
            <a:ext cx="7474239" cy="379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1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016B9-F5E5-3224-E17F-93673F7B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8F3381-F203-0CC6-3248-172985387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14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185</Words>
  <Application>Microsoft Office PowerPoint</Application>
  <PresentationFormat>와이드스크린</PresentationFormat>
  <Paragraphs>37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AI 결정보드</vt:lpstr>
      <vt:lpstr>배경 및 목표</vt:lpstr>
      <vt:lpstr>기존 작업</vt:lpstr>
      <vt:lpstr>개선한 프로세스</vt:lpstr>
      <vt:lpstr>새로운 문제</vt:lpstr>
      <vt:lpstr>질문을 html로 답장줘서 개발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77</cp:revision>
  <dcterms:created xsi:type="dcterms:W3CDTF">2026-09-03T18:17:10Z</dcterms:created>
  <dcterms:modified xsi:type="dcterms:W3CDTF">2026-10-20T04:01:36Z</dcterms:modified>
</cp:coreProperties>
</file>