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64" r:id="rId4"/>
    <p:sldId id="265" r:id="rId5"/>
    <p:sldId id="26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3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8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135C8-8E1D-48E4-921F-6D4DCB6C2787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08A1-6906-4D38-A7C7-B44CBC6C5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7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18504-2EF6-21E4-DB6C-CFC8E93E2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7069C4-9398-509F-E50E-BC7957CB3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B6996-D322-043A-84EE-BAF1993A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ABB09-FFE6-A1A8-6DE2-21E2BAAE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D05A5-57B2-99EB-A90D-2D3AC885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5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3865D-25D0-154C-5435-266C2A3C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217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B349D-39E7-3001-89D7-AD685C971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118"/>
            <a:ext cx="10515600" cy="49518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2102B-FF68-BF19-F5D9-B84989CE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1E3CC-AD1C-2D55-CDE7-05FCC789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E509DD-0393-5AB5-2B69-FF9EA275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79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8D4C3-65E4-A8D9-DFEB-B1DDC448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F2FC3-EBAB-E3C9-0DD0-87FE7E528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E03029-E3B8-C42E-8DD7-52AED498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CE8D2D-E1C8-FB44-E150-7430B59A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5C609-6CBE-1EB6-7E9E-311485A3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608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A423-B278-F307-751C-23F75C6A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DD0AF-9D78-48E0-4CEF-A5B4FE4BE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63FDB0-7095-2AED-6DC3-692FEA804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6CFB6-D2FA-42E1-C623-6091EB9D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7EDC9E-DCE3-D08C-0521-5E7B0629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EBCE19-65FD-0761-0E4E-A24279B8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31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32BA2-3740-B576-4B59-6CCF921F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ED3D5A-A7DF-D2B7-9C52-78E72B74C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622AC-7408-C218-10CF-1B826663C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306C7F-1ECB-1E7E-6DBF-6C96E9824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8922D7-BF32-AB53-D996-D0774AB5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828884-E33F-40E0-2D78-C3D2C5CB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86AB6F-1BD6-A81A-2B6F-6ED20CDA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0A87114-BAAB-A633-A880-34B2B3E0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7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724CC-1154-8BED-2EBD-7BD7620B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85D8D4-C0AE-0543-7345-1A13792C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23FEA9-6A07-4836-AAB8-98D5AFBD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FB1DBF-B87E-6568-5F7C-D53DFD89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91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9B88D2-4AA4-9A11-1AEA-B67E96E9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CC1E1F-1C7A-BBD2-E3ED-E8325A63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5F9039-EC6C-A307-70AB-504F29BC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58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3B7AC-7E66-B394-BE5D-B6B997CC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9CE4F-6421-AEF5-C392-F5937745F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2343CF-0281-2F6E-788D-06F489CD5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D34218-C390-C952-336A-1482CFEE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8339AE-B179-3D12-D39B-8A05CF7F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4121C7-0492-CCDD-B591-C19BD2F1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14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13573-F21B-CBB3-E02F-DA51C932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BDB077-6F9B-090E-C07A-10284BF92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B5275D-DDBD-2C45-238E-C1B234CBF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F8C45-2382-B175-0D76-F18B6BD0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99B2FE-C14E-C537-3011-B7369052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5C5D5D-09A9-86EF-3183-F70FE360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27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0710B-196B-447A-22E2-27C5FB10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08C253-9722-F855-DAA2-6833B0DF5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B0D520-1B5D-9FFD-537E-87B04E44B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2C774-BBBA-62FD-21BA-58BF93F3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09164C-9250-2D81-5768-E95ACDD1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68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FA8E94-E26A-03EB-CF9B-6C85A9AA0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1B0C24-488D-7820-C11B-1CBA1041E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BFBB2-5C2B-740C-561D-C7F856DC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47BD8D-89D5-8F38-227E-2971E31F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75E95-F62E-2AD6-7E40-9D5E4E1A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26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20FCD6-D71D-7126-491F-BC6A11E1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D2602C-F11A-91DF-FB5A-ED6E9BC55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82347-69AC-B756-D402-6A7D2C55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3772F-0FD5-40C6-878E-04F734D731C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E8D05-518B-CCC3-9D7B-08680403D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FC3650-49E8-9540-A859-355932CF2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02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6DE45-2CB3-BE87-C337-7E86383D34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프로젝트 개요 및 프로파일링 예고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374655-014B-75D9-EDA5-66508C379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언리얼과 유니티같은</a:t>
            </a:r>
            <a:r>
              <a:rPr lang="en-US" altLang="ko-KR"/>
              <a:t> </a:t>
            </a:r>
            <a:r>
              <a:rPr lang="ko-KR" altLang="en-US"/>
              <a:t>엔진들에서 강조하는 </a:t>
            </a:r>
            <a:r>
              <a:rPr lang="en-US" altLang="ko-KR"/>
              <a:t>ui </a:t>
            </a:r>
            <a:r>
              <a:rPr lang="ko-KR" altLang="en-US"/>
              <a:t>시스템 비교</a:t>
            </a:r>
          </a:p>
        </p:txBody>
      </p:sp>
    </p:spTree>
    <p:extLst>
      <p:ext uri="{BB962C8B-B14F-4D97-AF65-F5344CB8AC3E}">
        <p14:creationId xmlns:p14="http://schemas.microsoft.com/office/powerpoint/2010/main" val="105502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D538-6079-A2DC-B74A-73C10189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레퍼런스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2F364C-4BA1-0A08-3F8A-995A69EA8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덕코프를 기준으로</a:t>
            </a: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co-op </a:t>
            </a:r>
            <a:r>
              <a:rPr lang="ko-KR" altLang="en-US"/>
              <a:t>스럽게 </a:t>
            </a:r>
            <a:r>
              <a:rPr lang="en-US" altLang="ko-KR"/>
              <a:t>: </a:t>
            </a:r>
            <a:r>
              <a:rPr lang="ko-KR" altLang="en-US"/>
              <a:t>함께 했을 때</a:t>
            </a:r>
            <a:r>
              <a:rPr lang="en-US" altLang="ko-KR"/>
              <a:t>, </a:t>
            </a:r>
            <a:r>
              <a:rPr lang="ko-KR" altLang="en-US"/>
              <a:t>재미있는 요소</a:t>
            </a:r>
            <a:endParaRPr lang="en-US" altLang="ko-KR"/>
          </a:p>
          <a:p>
            <a:pPr>
              <a:buFontTx/>
              <a:buChar char="-"/>
            </a:pPr>
            <a:r>
              <a:rPr lang="ko-KR" altLang="en-US"/>
              <a:t>전투 양상이 다채롭게 </a:t>
            </a:r>
            <a:r>
              <a:rPr lang="en-US" altLang="ko-KR"/>
              <a:t>(</a:t>
            </a:r>
            <a:r>
              <a:rPr lang="ko-KR" altLang="en-US"/>
              <a:t>총으로 벽끼고 돌기로 게임이 끝나지 않게</a:t>
            </a:r>
            <a:r>
              <a:rPr lang="en-US" altLang="ko-KR"/>
              <a:t>)</a:t>
            </a:r>
          </a:p>
          <a:p>
            <a:pPr lvl="1">
              <a:buFontTx/>
              <a:buChar char="-"/>
            </a:pPr>
            <a:r>
              <a:rPr lang="ko-KR" altLang="en-US"/>
              <a:t>와우처럼</a:t>
            </a:r>
            <a:r>
              <a:rPr lang="en-US" altLang="ko-KR"/>
              <a:t>: </a:t>
            </a:r>
            <a:r>
              <a:rPr lang="ko-KR" altLang="en-US"/>
              <a:t>앞에서 막아내는 전사</a:t>
            </a:r>
            <a:r>
              <a:rPr lang="en-US" altLang="ko-KR"/>
              <a:t>, </a:t>
            </a:r>
            <a:r>
              <a:rPr lang="ko-KR" altLang="en-US"/>
              <a:t>총을 쏘는 원거리 등 역할군이 나뉘게</a:t>
            </a:r>
            <a:endParaRPr lang="en-US" altLang="ko-KR"/>
          </a:p>
          <a:p>
            <a:pPr lvl="1">
              <a:buFontTx/>
              <a:buChar char="-"/>
            </a:pPr>
            <a:r>
              <a:rPr lang="en-US" altLang="ko-KR"/>
              <a:t>not </a:t>
            </a:r>
            <a:r>
              <a:rPr lang="ko-KR" altLang="en-US"/>
              <a:t>테라리아처럼</a:t>
            </a:r>
            <a:r>
              <a:rPr lang="en-US" altLang="ko-KR"/>
              <a:t>: </a:t>
            </a:r>
            <a:r>
              <a:rPr lang="ko-KR" altLang="en-US"/>
              <a:t>전사든 뭐든 다 딜러임 </a:t>
            </a:r>
            <a:r>
              <a:rPr lang="en-US" altLang="ko-KR"/>
              <a:t>X</a:t>
            </a:r>
          </a:p>
          <a:p>
            <a:pPr>
              <a:buFontTx/>
              <a:buChar char="-"/>
            </a:pPr>
            <a:r>
              <a:rPr lang="ko-KR" altLang="en-US"/>
              <a:t>크래프팅 스럽게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1B34B7-FC78-C499-573E-611053156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205" y="3701040"/>
            <a:ext cx="5153744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3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E13D0-B321-36BA-CA6D-8CE4DB9DA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LostTech - Prototype - Windows, Mac, Linux - Unity 6.5 (6000.5.7f1) _DX12_ 2026-10-16 12-52-21">
            <a:hlinkClick r:id="" action="ppaction://media"/>
            <a:extLst>
              <a:ext uri="{FF2B5EF4-FFF2-40B4-BE49-F238E27FC236}">
                <a16:creationId xmlns:a16="http://schemas.microsoft.com/office/drawing/2014/main" id="{15BF01B0-EA8D-F355-8CCA-A7BD4CB0D28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03338" y="1225550"/>
            <a:ext cx="9583737" cy="4951413"/>
          </a:xfrm>
        </p:spPr>
      </p:pic>
    </p:spTree>
    <p:extLst>
      <p:ext uri="{BB962C8B-B14F-4D97-AF65-F5344CB8AC3E}">
        <p14:creationId xmlns:p14="http://schemas.microsoft.com/office/powerpoint/2010/main" val="254567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53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6ACA1-6586-64F2-DBAF-1E83CC22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LostTech (Client) 2026-10-16 12-54-55">
            <a:hlinkClick r:id="" action="ppaction://media"/>
            <a:extLst>
              <a:ext uri="{FF2B5EF4-FFF2-40B4-BE49-F238E27FC236}">
                <a16:creationId xmlns:a16="http://schemas.microsoft.com/office/drawing/2014/main" id="{3252B3B7-6C31-1BF3-A2BF-9361FAE7040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74925" y="1225550"/>
            <a:ext cx="7042150" cy="4951413"/>
          </a:xfrm>
        </p:spPr>
      </p:pic>
    </p:spTree>
    <p:extLst>
      <p:ext uri="{BB962C8B-B14F-4D97-AF65-F5344CB8AC3E}">
        <p14:creationId xmlns:p14="http://schemas.microsoft.com/office/powerpoint/2010/main" val="193431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07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D7D7B-718C-48F2-5174-07D22180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프로파일링 할 예정</a:t>
            </a: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90E13F-2D01-E012-5955-0824EBE9E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저번에 언급한 </a:t>
            </a:r>
            <a:r>
              <a:rPr lang="en-US" altLang="ko-KR"/>
              <a:t>ugui </a:t>
            </a:r>
            <a:r>
              <a:rPr lang="ko-KR" altLang="en-US"/>
              <a:t>리배칭</a:t>
            </a:r>
            <a:endParaRPr lang="en-US" altLang="ko-KR"/>
          </a:p>
          <a:p>
            <a:r>
              <a:rPr lang="ko-KR" altLang="en-US"/>
              <a:t>런타임 </a:t>
            </a:r>
            <a:r>
              <a:rPr lang="en-US" altLang="ko-KR"/>
              <a:t>gc</a:t>
            </a:r>
          </a:p>
          <a:p>
            <a:r>
              <a:rPr lang="en-US" altLang="ko-KR"/>
              <a:t>work </a:t>
            </a:r>
            <a:r>
              <a:rPr lang="ko-KR" altLang="en-US"/>
              <a:t>스레드 확인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(</a:t>
            </a:r>
            <a:r>
              <a:rPr lang="ko-KR" altLang="en-US"/>
              <a:t>조금 더 콘텐츠를 쌓아놓고</a:t>
            </a:r>
            <a:r>
              <a:rPr lang="en-US" altLang="ko-KR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A70E42-0E07-4A2D-0EEA-A333F6172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112" y="1316743"/>
            <a:ext cx="5255933" cy="476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70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75</Words>
  <Application>Microsoft Office PowerPoint</Application>
  <PresentationFormat>와이드스크린</PresentationFormat>
  <Paragraphs>14</Paragraphs>
  <Slides>5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프로젝트 개요 및 프로파일링 예고</vt:lpstr>
      <vt:lpstr>레퍼런스</vt:lpstr>
      <vt:lpstr>PowerPoint 프레젠테이션</vt:lpstr>
      <vt:lpstr>PowerPoint 프레젠테이션</vt:lpstr>
      <vt:lpstr>프로파일링 할 예정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SungHyun Moon</dc:creator>
  <cp:lastModifiedBy>SungHyun Moon</cp:lastModifiedBy>
  <cp:revision>68</cp:revision>
  <dcterms:created xsi:type="dcterms:W3CDTF">2026-09-03T18:17:10Z</dcterms:created>
  <dcterms:modified xsi:type="dcterms:W3CDTF">2026-10-16T04:00:24Z</dcterms:modified>
</cp:coreProperties>
</file>